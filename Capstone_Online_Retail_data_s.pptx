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8" r:id="rId4"/>
    <p:sldMasterId id="214748369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Urbanist Medium"/>
      <p:regular r:id="rId22"/>
      <p:bold r:id="rId23"/>
      <p:italic r:id="rId24"/>
      <p:boldItalic r:id="rId25"/>
    </p:embeddedFont>
    <p:embeddedFont>
      <p:font typeface="Urbanist SemiBold"/>
      <p:regular r:id="rId26"/>
      <p:bold r:id="rId27"/>
      <p:italic r:id="rId28"/>
      <p:boldItalic r:id="rId29"/>
    </p:embeddedFont>
    <p:embeddedFont>
      <p:font typeface="Urbanist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UrbanistMedium-regular.fntdata"/><Relationship Id="rId21" Type="http://schemas.openxmlformats.org/officeDocument/2006/relationships/slide" Target="slides/slide15.xml"/><Relationship Id="rId24" Type="http://schemas.openxmlformats.org/officeDocument/2006/relationships/font" Target="fonts/UrbanistMedium-italic.fntdata"/><Relationship Id="rId23" Type="http://schemas.openxmlformats.org/officeDocument/2006/relationships/font" Target="fonts/UrbanistMedium-bold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UrbanistSemiBold-regular.fntdata"/><Relationship Id="rId25" Type="http://schemas.openxmlformats.org/officeDocument/2006/relationships/font" Target="fonts/UrbanistMedium-boldItalic.fntdata"/><Relationship Id="rId28" Type="http://schemas.openxmlformats.org/officeDocument/2006/relationships/font" Target="fonts/UrbanistSemiBold-italic.fntdata"/><Relationship Id="rId27" Type="http://schemas.openxmlformats.org/officeDocument/2006/relationships/font" Target="fonts/UrbanistSemiBold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UrbanistSemiBold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Urbanist-bold.fntdata"/><Relationship Id="rId30" Type="http://schemas.openxmlformats.org/officeDocument/2006/relationships/font" Target="fonts/Urbanist-regular.fntdata"/><Relationship Id="rId11" Type="http://schemas.openxmlformats.org/officeDocument/2006/relationships/slide" Target="slides/slide5.xml"/><Relationship Id="rId33" Type="http://schemas.openxmlformats.org/officeDocument/2006/relationships/font" Target="fonts/Urbanist-boldItalic.fntdata"/><Relationship Id="rId10" Type="http://schemas.openxmlformats.org/officeDocument/2006/relationships/slide" Target="slides/slide4.xml"/><Relationship Id="rId32" Type="http://schemas.openxmlformats.org/officeDocument/2006/relationships/font" Target="fonts/Urbanist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h70d5de3bc0714212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h70d5de3bc0714212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h70d5de3bc0714212_0_5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h70d5de3bc0714212_0_5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h70d5de3bc0714212_0_5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0" name="Google Shape;510;h70d5de3bc0714212_0_5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h70d5de3bc0714212_0_5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h70d5de3bc0714212_0_5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h70d5de3bc0714212_0_6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h70d5de3bc0714212_0_6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h70d5de3bc0714212_0_6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5" name="Google Shape;545;h70d5de3bc0714212_0_6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h70d5de3bc0714212_0_6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8" name="Google Shape;558;h70d5de3bc0714212_0_6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h70d5de3bc0714212_0_6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0" name="Google Shape;570;h70d5de3bc0714212_0_6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h70d5de3bc0714212_0_6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2" name="Google Shape;582;h70d5de3bc0714212_0_6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h70d5de3bc0714212_0_6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4" name="Google Shape;594;h70d5de3bc0714212_0_6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h70d5de3bc0714212_0_6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6" name="Google Shape;606;h70d5de3bc0714212_0_6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h70d5de3bc0714212_0_6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8" name="Google Shape;618;h70d5de3bc0714212_0_6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h70d5de3bc0714212_0_7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9" name="Google Shape;629;h70d5de3bc0714212_0_7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h70d5de3bc0714212_0_7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1" name="Google Shape;641;h70d5de3bc0714212_0_7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h70d5de3bc0714212_0_7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2" name="Google Shape;652;h70d5de3bc0714212_0_7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2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ALT 1">
  <p:cSld name="BLANK_4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4"/>
          <p:cNvPicPr preferRelativeResize="0"/>
          <p:nvPr/>
        </p:nvPicPr>
        <p:blipFill rotWithShape="1">
          <a:blip r:embed="rId2">
            <a:alphaModFix amt="50000"/>
          </a:blip>
          <a:srcRect b="8145" l="3134" r="7835" t="16786"/>
          <a:stretch/>
        </p:blipFill>
        <p:spPr>
          <a:xfrm flipH="1" rot="10800000">
            <a:off x="0" y="-3474"/>
            <a:ext cx="9161550" cy="5154499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4"/>
          <p:cNvSpPr/>
          <p:nvPr/>
        </p:nvSpPr>
        <p:spPr>
          <a:xfrm flipH="1" rot="10800000">
            <a:off x="0" y="4676700"/>
            <a:ext cx="9149700" cy="466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228600" y="1738950"/>
            <a:ext cx="4402800" cy="25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Urbanist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8" name="Google Shape;58;p14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0" name="Google Shape;60;p14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1" name="Google Shape;61;p1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2" name="Google Shape;62;p1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3" name="Google Shape;63;p14"/>
          <p:cNvSpPr txBox="1"/>
          <p:nvPr>
            <p:ph type="title"/>
          </p:nvPr>
        </p:nvSpPr>
        <p:spPr>
          <a:xfrm>
            <a:off x="228600" y="228600"/>
            <a:ext cx="6658800" cy="14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64" name="Google Shape;64;p1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" name="Google Shape;65;p14"/>
          <p:cNvSpPr txBox="1"/>
          <p:nvPr>
            <p:ph idx="5" type="subTitle"/>
          </p:nvPr>
        </p:nvSpPr>
        <p:spPr>
          <a:xfrm>
            <a:off x="2970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6" name="Google Shape;66;p14"/>
          <p:cNvSpPr txBox="1"/>
          <p:nvPr>
            <p:ph idx="6" type="subTitle"/>
          </p:nvPr>
        </p:nvSpPr>
        <p:spPr>
          <a:xfrm>
            <a:off x="17863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7" name="Google Shape;67;p14"/>
          <p:cNvSpPr txBox="1"/>
          <p:nvPr>
            <p:ph idx="7" type="subTitle"/>
          </p:nvPr>
        </p:nvSpPr>
        <p:spPr>
          <a:xfrm>
            <a:off x="228591" y="3454475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8" name="Google Shape;68;p14"/>
          <p:cNvSpPr txBox="1"/>
          <p:nvPr>
            <p:ph idx="8" type="subTitle"/>
          </p:nvPr>
        </p:nvSpPr>
        <p:spPr>
          <a:xfrm>
            <a:off x="228591" y="3743050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ALT 1">
  <p:cSld name="BLANK_1_1_2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228600" y="395043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3" name="Google Shape;73;p15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4" name="Google Shape;74;p15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5" name="Google Shape;75;p1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6" name="Google Shape;76;p1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77" name="Google Shape;77;p1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ur values">
  <p:cSld name="BLANK_1_1_1_1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0" name="Google Shape;80;p16"/>
          <p:cNvSpPr txBox="1"/>
          <p:nvPr>
            <p:ph type="title"/>
          </p:nvPr>
        </p:nvSpPr>
        <p:spPr>
          <a:xfrm>
            <a:off x="228600" y="613525"/>
            <a:ext cx="7223400" cy="422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1" name="Google Shape;81;p16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2" name="Google Shape;82;p16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3" name="Google Shape;83;p16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4" name="Google Shape;84;p1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5" name="Google Shape;85;p1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86" name="Google Shape;86;p1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" name="Google Shape;87;p16"/>
          <p:cNvSpPr txBox="1"/>
          <p:nvPr>
            <p:ph idx="5" type="subTitle"/>
          </p:nvPr>
        </p:nvSpPr>
        <p:spPr>
          <a:xfrm>
            <a:off x="254625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8" name="Google Shape;88;p16"/>
          <p:cNvSpPr txBox="1"/>
          <p:nvPr>
            <p:ph idx="6" type="subTitle"/>
          </p:nvPr>
        </p:nvSpPr>
        <p:spPr>
          <a:xfrm>
            <a:off x="3275850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9" name="Google Shape;89;p16"/>
          <p:cNvSpPr txBox="1"/>
          <p:nvPr>
            <p:ph idx="7" type="subTitle"/>
          </p:nvPr>
        </p:nvSpPr>
        <p:spPr>
          <a:xfrm>
            <a:off x="6215463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90" name="Google Shape;90;p16"/>
          <p:cNvSpPr txBox="1"/>
          <p:nvPr>
            <p:ph idx="8" type="body"/>
          </p:nvPr>
        </p:nvSpPr>
        <p:spPr>
          <a:xfrm>
            <a:off x="288575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91" name="Google Shape;91;p16"/>
          <p:cNvSpPr txBox="1"/>
          <p:nvPr>
            <p:ph idx="9" type="body"/>
          </p:nvPr>
        </p:nvSpPr>
        <p:spPr>
          <a:xfrm>
            <a:off x="6121413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92" name="Google Shape;92;p16"/>
          <p:cNvSpPr txBox="1"/>
          <p:nvPr>
            <p:ph idx="13" type="body"/>
          </p:nvPr>
        </p:nvSpPr>
        <p:spPr>
          <a:xfrm>
            <a:off x="3192450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nd image ALT 2">
  <p:cSld name="CUSTOM_3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/>
          <p:nvPr>
            <p:ph idx="2" type="pic"/>
          </p:nvPr>
        </p:nvSpPr>
        <p:spPr>
          <a:xfrm>
            <a:off x="246150" y="237650"/>
            <a:ext cx="4196400" cy="4438200"/>
          </a:xfrm>
          <a:prstGeom prst="rect">
            <a:avLst/>
          </a:prstGeom>
          <a:noFill/>
          <a:ln>
            <a:noFill/>
          </a:ln>
        </p:spPr>
      </p:sp>
      <p:sp>
        <p:nvSpPr>
          <p:cNvPr id="95" name="Google Shape;95;p17"/>
          <p:cNvSpPr txBox="1"/>
          <p:nvPr>
            <p:ph type="title"/>
          </p:nvPr>
        </p:nvSpPr>
        <p:spPr>
          <a:xfrm>
            <a:off x="4591800" y="304700"/>
            <a:ext cx="3861900" cy="19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96" name="Google Shape;96;p17"/>
          <p:cNvSpPr txBox="1"/>
          <p:nvPr>
            <p:ph idx="3" type="title"/>
          </p:nvPr>
        </p:nvSpPr>
        <p:spPr>
          <a:xfrm>
            <a:off x="4591800" y="738425"/>
            <a:ext cx="4290000" cy="2051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97" name="Google Shape;97;p17"/>
          <p:cNvSpPr txBox="1"/>
          <p:nvPr>
            <p:ph idx="1" type="body"/>
          </p:nvPr>
        </p:nvSpPr>
        <p:spPr>
          <a:xfrm>
            <a:off x="4618950" y="2205375"/>
            <a:ext cx="4290000" cy="16296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98" name="Google Shape;98;p17"/>
          <p:cNvSpPr txBox="1"/>
          <p:nvPr>
            <p:ph idx="4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99" name="Google Shape;99;p17"/>
          <p:cNvSpPr txBox="1"/>
          <p:nvPr>
            <p:ph idx="5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0" name="Google Shape;100;p17"/>
          <p:cNvSpPr txBox="1"/>
          <p:nvPr>
            <p:ph idx="6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1" name="Google Shape;101;p1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2" name="Google Shape;102;p1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103" name="Google Shape;103;p17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" name="Google Shape;104;p17"/>
          <p:cNvCxnSpPr/>
          <p:nvPr/>
        </p:nvCxnSpPr>
        <p:spPr>
          <a:xfrm>
            <a:off x="4444600" y="570000"/>
            <a:ext cx="44709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" name="Google Shape;105;p17"/>
          <p:cNvCxnSpPr/>
          <p:nvPr/>
        </p:nvCxnSpPr>
        <p:spPr>
          <a:xfrm>
            <a:off x="4442500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" name="Google Shape;106;p1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1">
  <p:cSld name="BLANK_1_1_1_1_3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 txBox="1"/>
          <p:nvPr>
            <p:ph type="title"/>
          </p:nvPr>
        </p:nvSpPr>
        <p:spPr>
          <a:xfrm>
            <a:off x="228600" y="613525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9" name="Google Shape;109;p18"/>
          <p:cNvSpPr/>
          <p:nvPr>
            <p:ph idx="2" type="pic"/>
          </p:nvPr>
        </p:nvSpPr>
        <p:spPr>
          <a:xfrm>
            <a:off x="4523050" y="7379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18"/>
          <p:cNvSpPr/>
          <p:nvPr>
            <p:ph idx="3" type="pic"/>
          </p:nvPr>
        </p:nvSpPr>
        <p:spPr>
          <a:xfrm>
            <a:off x="6752100" y="7377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18"/>
          <p:cNvSpPr/>
          <p:nvPr>
            <p:ph idx="4" type="pic"/>
          </p:nvPr>
        </p:nvSpPr>
        <p:spPr>
          <a:xfrm>
            <a:off x="4523050" y="2158000"/>
            <a:ext cx="4394100" cy="2282700"/>
          </a:xfrm>
          <a:prstGeom prst="roundRect">
            <a:avLst>
              <a:gd fmla="val 6108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18"/>
          <p:cNvSpPr txBox="1"/>
          <p:nvPr>
            <p:ph idx="1" type="body"/>
          </p:nvPr>
        </p:nvSpPr>
        <p:spPr>
          <a:xfrm>
            <a:off x="233850" y="3127075"/>
            <a:ext cx="2920800" cy="13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13" name="Google Shape;113;p18"/>
          <p:cNvSpPr txBox="1"/>
          <p:nvPr>
            <p:ph idx="5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14" name="Google Shape;114;p18"/>
          <p:cNvSpPr txBox="1"/>
          <p:nvPr>
            <p:ph idx="6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15" name="Google Shape;115;p18"/>
          <p:cNvSpPr txBox="1"/>
          <p:nvPr>
            <p:ph idx="7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16" name="Google Shape;116;p1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7" name="Google Shape;117;p1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8" name="Google Shape;118;p18"/>
          <p:cNvSpPr txBox="1"/>
          <p:nvPr>
            <p:ph idx="8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19" name="Google Shape;119;p1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ALT 1">
  <p:cSld name="BLANK_1_1_1_1_2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9"/>
          <p:cNvPicPr preferRelativeResize="0"/>
          <p:nvPr/>
        </p:nvPicPr>
        <p:blipFill rotWithShape="1">
          <a:blip r:embed="rId2">
            <a:alphaModFix amt="60000"/>
          </a:blip>
          <a:srcRect b="14588" l="0" r="15469" t="0"/>
          <a:stretch/>
        </p:blipFill>
        <p:spPr>
          <a:xfrm>
            <a:off x="25" y="1172500"/>
            <a:ext cx="5181349" cy="3493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9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3" name="Google Shape;123;p19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4" name="Google Shape;124;p19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5" name="Google Shape;125;p19"/>
          <p:cNvSpPr txBox="1"/>
          <p:nvPr>
            <p:ph type="title"/>
          </p:nvPr>
        </p:nvSpPr>
        <p:spPr>
          <a:xfrm>
            <a:off x="277500" y="22860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126" name="Google Shape;126;p1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7" name="Google Shape;127;p19"/>
          <p:cNvSpPr txBox="1"/>
          <p:nvPr>
            <p:ph idx="4" type="subTitle"/>
          </p:nvPr>
        </p:nvSpPr>
        <p:spPr>
          <a:xfrm>
            <a:off x="4744575" y="38715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28" name="Google Shape;128;p19"/>
          <p:cNvSpPr txBox="1"/>
          <p:nvPr>
            <p:ph idx="5" type="subTitle"/>
          </p:nvPr>
        </p:nvSpPr>
        <p:spPr>
          <a:xfrm>
            <a:off x="4744575" y="1066588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29" name="Google Shape;129;p19"/>
          <p:cNvSpPr txBox="1"/>
          <p:nvPr>
            <p:ph idx="6" type="subTitle"/>
          </p:nvPr>
        </p:nvSpPr>
        <p:spPr>
          <a:xfrm>
            <a:off x="4744575" y="174270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0" name="Google Shape;130;p19"/>
          <p:cNvSpPr txBox="1"/>
          <p:nvPr>
            <p:ph idx="7" type="subTitle"/>
          </p:nvPr>
        </p:nvSpPr>
        <p:spPr>
          <a:xfrm>
            <a:off x="4744575" y="2420513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1" name="Google Shape;131;p19"/>
          <p:cNvSpPr txBox="1"/>
          <p:nvPr>
            <p:ph idx="8" type="subTitle"/>
          </p:nvPr>
        </p:nvSpPr>
        <p:spPr>
          <a:xfrm>
            <a:off x="4744575" y="30982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2" name="Google Shape;132;p19"/>
          <p:cNvSpPr txBox="1"/>
          <p:nvPr>
            <p:ph idx="9" type="subTitle"/>
          </p:nvPr>
        </p:nvSpPr>
        <p:spPr>
          <a:xfrm>
            <a:off x="4744575" y="37760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3" name="Google Shape;133;p19"/>
          <p:cNvSpPr txBox="1"/>
          <p:nvPr>
            <p:ph idx="13" type="subTitle"/>
          </p:nvPr>
        </p:nvSpPr>
        <p:spPr>
          <a:xfrm>
            <a:off x="5067075" y="3871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4" name="Google Shape;134;p19"/>
          <p:cNvSpPr txBox="1"/>
          <p:nvPr>
            <p:ph idx="14" type="subTitle"/>
          </p:nvPr>
        </p:nvSpPr>
        <p:spPr>
          <a:xfrm>
            <a:off x="5067075" y="10615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5" name="Google Shape;135;p19"/>
          <p:cNvSpPr txBox="1"/>
          <p:nvPr>
            <p:ph idx="15" type="subTitle"/>
          </p:nvPr>
        </p:nvSpPr>
        <p:spPr>
          <a:xfrm>
            <a:off x="5067075" y="17393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6" name="Google Shape;136;p19"/>
          <p:cNvSpPr txBox="1"/>
          <p:nvPr>
            <p:ph idx="16" type="subTitle"/>
          </p:nvPr>
        </p:nvSpPr>
        <p:spPr>
          <a:xfrm>
            <a:off x="5067075" y="242410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7" name="Google Shape;137;p19"/>
          <p:cNvSpPr txBox="1"/>
          <p:nvPr>
            <p:ph idx="17" type="subTitle"/>
          </p:nvPr>
        </p:nvSpPr>
        <p:spPr>
          <a:xfrm>
            <a:off x="5067075" y="309493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8" name="Google Shape;138;p19"/>
          <p:cNvSpPr txBox="1"/>
          <p:nvPr>
            <p:ph idx="18" type="subTitle"/>
          </p:nvPr>
        </p:nvSpPr>
        <p:spPr>
          <a:xfrm>
            <a:off x="5067075" y="37657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9" name="Google Shape;139;p1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0" name="Google Shape;140;p1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s">
  <p:cSld name="BLANK_1_1_1_1_2_1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0"/>
          <p:cNvSpPr/>
          <p:nvPr>
            <p:ph idx="2" type="pic"/>
          </p:nvPr>
        </p:nvSpPr>
        <p:spPr>
          <a:xfrm>
            <a:off x="46189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43" name="Google Shape;143;p20"/>
          <p:cNvSpPr txBox="1"/>
          <p:nvPr>
            <p:ph idx="1" type="subTitle"/>
          </p:nvPr>
        </p:nvSpPr>
        <p:spPr>
          <a:xfrm>
            <a:off x="4619000" y="1702322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44" name="Google Shape;144;p20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5" name="Google Shape;145;p20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6" name="Google Shape;146;p20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7" name="Google Shape;147;p20"/>
          <p:cNvSpPr txBox="1"/>
          <p:nvPr>
            <p:ph type="title"/>
          </p:nvPr>
        </p:nvSpPr>
        <p:spPr>
          <a:xfrm>
            <a:off x="228600" y="23475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48" name="Google Shape;148;p20"/>
          <p:cNvSpPr txBox="1"/>
          <p:nvPr>
            <p:ph idx="6" type="subTitle"/>
          </p:nvPr>
        </p:nvSpPr>
        <p:spPr>
          <a:xfrm>
            <a:off x="46190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49" name="Google Shape;149;p20"/>
          <p:cNvSpPr/>
          <p:nvPr>
            <p:ph idx="7" type="pic"/>
          </p:nvPr>
        </p:nvSpPr>
        <p:spPr>
          <a:xfrm>
            <a:off x="608070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50" name="Google Shape;150;p20"/>
          <p:cNvSpPr txBox="1"/>
          <p:nvPr>
            <p:ph idx="8" type="subTitle"/>
          </p:nvPr>
        </p:nvSpPr>
        <p:spPr>
          <a:xfrm>
            <a:off x="608075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1" name="Google Shape;151;p20"/>
          <p:cNvSpPr txBox="1"/>
          <p:nvPr>
            <p:ph idx="9" type="subTitle"/>
          </p:nvPr>
        </p:nvSpPr>
        <p:spPr>
          <a:xfrm>
            <a:off x="608075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2" name="Google Shape;152;p20"/>
          <p:cNvSpPr/>
          <p:nvPr>
            <p:ph idx="13" type="pic"/>
          </p:nvPr>
        </p:nvSpPr>
        <p:spPr>
          <a:xfrm>
            <a:off x="75424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53" name="Google Shape;153;p20"/>
          <p:cNvSpPr txBox="1"/>
          <p:nvPr>
            <p:ph idx="14" type="subTitle"/>
          </p:nvPr>
        </p:nvSpPr>
        <p:spPr>
          <a:xfrm>
            <a:off x="754250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4" name="Google Shape;154;p20"/>
          <p:cNvSpPr txBox="1"/>
          <p:nvPr>
            <p:ph idx="15" type="subTitle"/>
          </p:nvPr>
        </p:nvSpPr>
        <p:spPr>
          <a:xfrm>
            <a:off x="75425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5" name="Google Shape;155;p20"/>
          <p:cNvSpPr/>
          <p:nvPr>
            <p:ph idx="16" type="pic"/>
          </p:nvPr>
        </p:nvSpPr>
        <p:spPr>
          <a:xfrm>
            <a:off x="46189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56" name="Google Shape;156;p20"/>
          <p:cNvSpPr txBox="1"/>
          <p:nvPr>
            <p:ph idx="17" type="subTitle"/>
          </p:nvPr>
        </p:nvSpPr>
        <p:spPr>
          <a:xfrm>
            <a:off x="46190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7" name="Google Shape;157;p20"/>
          <p:cNvSpPr txBox="1"/>
          <p:nvPr>
            <p:ph idx="18" type="subTitle"/>
          </p:nvPr>
        </p:nvSpPr>
        <p:spPr>
          <a:xfrm>
            <a:off x="46190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8" name="Google Shape;158;p20"/>
          <p:cNvSpPr/>
          <p:nvPr>
            <p:ph idx="19" type="pic"/>
          </p:nvPr>
        </p:nvSpPr>
        <p:spPr>
          <a:xfrm>
            <a:off x="608070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59" name="Google Shape;159;p20"/>
          <p:cNvSpPr txBox="1"/>
          <p:nvPr>
            <p:ph idx="20" type="subTitle"/>
          </p:nvPr>
        </p:nvSpPr>
        <p:spPr>
          <a:xfrm>
            <a:off x="6080750" y="3769447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60" name="Google Shape;160;p20"/>
          <p:cNvSpPr txBox="1"/>
          <p:nvPr>
            <p:ph idx="21" type="subTitle"/>
          </p:nvPr>
        </p:nvSpPr>
        <p:spPr>
          <a:xfrm>
            <a:off x="608075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61" name="Google Shape;161;p20"/>
          <p:cNvSpPr/>
          <p:nvPr>
            <p:ph idx="22" type="pic"/>
          </p:nvPr>
        </p:nvSpPr>
        <p:spPr>
          <a:xfrm>
            <a:off x="75424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62" name="Google Shape;162;p20"/>
          <p:cNvSpPr txBox="1"/>
          <p:nvPr>
            <p:ph idx="23" type="subTitle"/>
          </p:nvPr>
        </p:nvSpPr>
        <p:spPr>
          <a:xfrm>
            <a:off x="75425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63" name="Google Shape;163;p20"/>
          <p:cNvSpPr txBox="1"/>
          <p:nvPr>
            <p:ph idx="24" type="subTitle"/>
          </p:nvPr>
        </p:nvSpPr>
        <p:spPr>
          <a:xfrm>
            <a:off x="75425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cxnSp>
        <p:nvCxnSpPr>
          <p:cNvPr id="164" name="Google Shape;164;p20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5" name="Google Shape;165;p20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6" name="Google Shape;166;p20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LT 2">
  <p:cSld name="BLANK_1_1_1_1_1_1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1"/>
          <p:cNvSpPr/>
          <p:nvPr>
            <p:ph idx="2" type="pic"/>
          </p:nvPr>
        </p:nvSpPr>
        <p:spPr>
          <a:xfrm>
            <a:off x="9425" y="-3075"/>
            <a:ext cx="9144000" cy="4641000"/>
          </a:xfrm>
          <a:prstGeom prst="rect">
            <a:avLst/>
          </a:prstGeom>
          <a:noFill/>
          <a:ln>
            <a:noFill/>
          </a:ln>
        </p:spPr>
      </p:sp>
      <p:sp>
        <p:nvSpPr>
          <p:cNvPr id="169" name="Google Shape;169;p21"/>
          <p:cNvSpPr txBox="1"/>
          <p:nvPr>
            <p:ph type="title"/>
          </p:nvPr>
        </p:nvSpPr>
        <p:spPr>
          <a:xfrm>
            <a:off x="234125" y="3337800"/>
            <a:ext cx="8574600" cy="111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170" name="Google Shape;170;p21"/>
          <p:cNvSpPr txBox="1"/>
          <p:nvPr>
            <p:ph idx="1" type="subTitle"/>
          </p:nvPr>
        </p:nvSpPr>
        <p:spPr>
          <a:xfrm>
            <a:off x="228600" y="228600"/>
            <a:ext cx="28701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1" name="Google Shape;171;p21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2" name="Google Shape;172;p21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3" name="Google Shape;173;p21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74" name="Google Shape;174;p21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5" name="Google Shape;175;p21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6" name="Google Shape;176;p21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rds w/ images">
  <p:cSld name="BLANK_1_1_1_1_1_1_1_1_1_1_3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2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9" name="Google Shape;179;p22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80" name="Google Shape;180;p22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grpSp>
        <p:nvGrpSpPr>
          <p:cNvPr id="181" name="Google Shape;181;p22"/>
          <p:cNvGrpSpPr/>
          <p:nvPr/>
        </p:nvGrpSpPr>
        <p:grpSpPr>
          <a:xfrm rot="5400000">
            <a:off x="8691475" y="228504"/>
            <a:ext cx="228589" cy="228623"/>
            <a:chOff x="1688332" y="4135245"/>
            <a:chExt cx="338700" cy="338700"/>
          </a:xfrm>
        </p:grpSpPr>
        <p:sp>
          <p:nvSpPr>
            <p:cNvPr id="182" name="Google Shape;182;p22"/>
            <p:cNvSpPr/>
            <p:nvPr/>
          </p:nvSpPr>
          <p:spPr>
            <a:xfrm rot="-5400000">
              <a:off x="1688332" y="4135245"/>
              <a:ext cx="338700" cy="338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83" name="Google Shape;183;p22"/>
            <p:cNvGrpSpPr/>
            <p:nvPr/>
          </p:nvGrpSpPr>
          <p:grpSpPr>
            <a:xfrm rot="-5400000">
              <a:off x="1787014" y="4262191"/>
              <a:ext cx="169598" cy="84809"/>
              <a:chOff x="498725" y="2069800"/>
              <a:chExt cx="205200" cy="102600"/>
            </a:xfrm>
          </p:grpSpPr>
          <p:cxnSp>
            <p:nvCxnSpPr>
              <p:cNvPr id="184" name="Google Shape;184;p22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5" name="Google Shape;185;p22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186" name="Google Shape;186;p22"/>
          <p:cNvSpPr/>
          <p:nvPr>
            <p:ph idx="4" type="pic"/>
          </p:nvPr>
        </p:nvSpPr>
        <p:spPr>
          <a:xfrm>
            <a:off x="4267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87" name="Google Shape;187;p22"/>
          <p:cNvSpPr txBox="1"/>
          <p:nvPr>
            <p:ph idx="5" type="subTitle"/>
          </p:nvPr>
        </p:nvSpPr>
        <p:spPr>
          <a:xfrm>
            <a:off x="426700" y="2708802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8" name="Google Shape;188;p22"/>
          <p:cNvSpPr txBox="1"/>
          <p:nvPr>
            <p:ph idx="6" type="subTitle"/>
          </p:nvPr>
        </p:nvSpPr>
        <p:spPr>
          <a:xfrm>
            <a:off x="4267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9" name="Google Shape;189;p22"/>
          <p:cNvSpPr txBox="1"/>
          <p:nvPr>
            <p:ph idx="7" type="body"/>
          </p:nvPr>
        </p:nvSpPr>
        <p:spPr>
          <a:xfrm>
            <a:off x="4267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90" name="Google Shape;190;p22"/>
          <p:cNvSpPr/>
          <p:nvPr>
            <p:ph idx="8" type="pic"/>
          </p:nvPr>
        </p:nvSpPr>
        <p:spPr>
          <a:xfrm>
            <a:off x="26218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91" name="Google Shape;191;p22"/>
          <p:cNvSpPr txBox="1"/>
          <p:nvPr>
            <p:ph idx="9" type="subTitle"/>
          </p:nvPr>
        </p:nvSpPr>
        <p:spPr>
          <a:xfrm>
            <a:off x="26218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2" name="Google Shape;192;p22"/>
          <p:cNvSpPr txBox="1"/>
          <p:nvPr>
            <p:ph idx="13" type="subTitle"/>
          </p:nvPr>
        </p:nvSpPr>
        <p:spPr>
          <a:xfrm>
            <a:off x="2621800" y="2936075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3" name="Google Shape;193;p22"/>
          <p:cNvSpPr txBox="1"/>
          <p:nvPr>
            <p:ph idx="14" type="body"/>
          </p:nvPr>
        </p:nvSpPr>
        <p:spPr>
          <a:xfrm>
            <a:off x="2621800" y="3251425"/>
            <a:ext cx="17058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94" name="Google Shape;194;p22"/>
          <p:cNvSpPr/>
          <p:nvPr>
            <p:ph idx="15" type="pic"/>
          </p:nvPr>
        </p:nvSpPr>
        <p:spPr>
          <a:xfrm>
            <a:off x="48169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95" name="Google Shape;195;p22"/>
          <p:cNvSpPr txBox="1"/>
          <p:nvPr>
            <p:ph idx="16" type="subTitle"/>
          </p:nvPr>
        </p:nvSpPr>
        <p:spPr>
          <a:xfrm>
            <a:off x="4816900" y="2708808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6" name="Google Shape;196;p22"/>
          <p:cNvSpPr txBox="1"/>
          <p:nvPr>
            <p:ph idx="17" type="subTitle"/>
          </p:nvPr>
        </p:nvSpPr>
        <p:spPr>
          <a:xfrm>
            <a:off x="48169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7" name="Google Shape;197;p22"/>
          <p:cNvSpPr txBox="1"/>
          <p:nvPr>
            <p:ph idx="18" type="body"/>
          </p:nvPr>
        </p:nvSpPr>
        <p:spPr>
          <a:xfrm>
            <a:off x="4817025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98" name="Google Shape;198;p22"/>
          <p:cNvSpPr/>
          <p:nvPr>
            <p:ph idx="19" type="pic"/>
          </p:nvPr>
        </p:nvSpPr>
        <p:spPr>
          <a:xfrm>
            <a:off x="70120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99" name="Google Shape;199;p22"/>
          <p:cNvSpPr txBox="1"/>
          <p:nvPr>
            <p:ph idx="20" type="subTitle"/>
          </p:nvPr>
        </p:nvSpPr>
        <p:spPr>
          <a:xfrm>
            <a:off x="70120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00" name="Google Shape;200;p22"/>
          <p:cNvSpPr txBox="1"/>
          <p:nvPr>
            <p:ph idx="21" type="subTitle"/>
          </p:nvPr>
        </p:nvSpPr>
        <p:spPr>
          <a:xfrm>
            <a:off x="70120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01" name="Google Shape;201;p22"/>
          <p:cNvSpPr txBox="1"/>
          <p:nvPr>
            <p:ph idx="22" type="body"/>
          </p:nvPr>
        </p:nvSpPr>
        <p:spPr>
          <a:xfrm>
            <a:off x="70120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cxnSp>
        <p:nvCxnSpPr>
          <p:cNvPr id="202" name="Google Shape;202;p2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3" name="Google Shape;203;p2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4" name="Google Shape;204;p2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hort big title and body">
  <p:cSld name="BLANK_1_1_1_1_1_1_1_1_1_1_2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val black shapes against a shadowy background. " id="206" name="Google Shape;206;p23"/>
          <p:cNvPicPr preferRelativeResize="0"/>
          <p:nvPr/>
        </p:nvPicPr>
        <p:blipFill rotWithShape="1">
          <a:blip r:embed="rId2">
            <a:alphaModFix/>
          </a:blip>
          <a:srcRect b="42245" l="17241" r="25039" t="35"/>
          <a:stretch/>
        </p:blipFill>
        <p:spPr>
          <a:xfrm>
            <a:off x="0" y="-289"/>
            <a:ext cx="9144000" cy="51441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07" name="Google Shape;207;p23"/>
          <p:cNvSpPr txBox="1"/>
          <p:nvPr>
            <p:ph idx="1" type="subTitle"/>
          </p:nvPr>
        </p:nvSpPr>
        <p:spPr>
          <a:xfrm>
            <a:off x="4314775" y="3818375"/>
            <a:ext cx="42306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08" name="Google Shape;208;p23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09" name="Google Shape;209;p23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10" name="Google Shape;210;p23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11" name="Google Shape;211;p23"/>
          <p:cNvSpPr txBox="1"/>
          <p:nvPr>
            <p:ph type="title"/>
          </p:nvPr>
        </p:nvSpPr>
        <p:spPr>
          <a:xfrm>
            <a:off x="228600" y="290448"/>
            <a:ext cx="3655800" cy="2407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212" name="Google Shape;212;p2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3" name="Google Shape;213;p23"/>
          <p:cNvCxnSpPr/>
          <p:nvPr/>
        </p:nvCxnSpPr>
        <p:spPr>
          <a:xfrm>
            <a:off x="4159025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4" name="Google Shape;214;p23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5" name="Google Shape;215;p2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16" name="Google Shape;216;p2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2">
  <p:cSld name="BLANK_1_1_1_1_1_1_1_1_1_1_1_1_2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4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800"/>
              </a:spcBef>
              <a:spcAft>
                <a:spcPts val="80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219" name="Google Shape;219;p24"/>
          <p:cNvSpPr/>
          <p:nvPr>
            <p:ph idx="2" type="pic"/>
          </p:nvPr>
        </p:nvSpPr>
        <p:spPr>
          <a:xfrm>
            <a:off x="5342000" y="457200"/>
            <a:ext cx="3573300" cy="39954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220" name="Google Shape;220;p24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1" name="Google Shape;221;p24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2" name="Google Shape;222;p24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3" name="Google Shape;223;p24"/>
          <p:cNvSpPr txBox="1"/>
          <p:nvPr>
            <p:ph idx="6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4" name="Google Shape;224;p24"/>
          <p:cNvSpPr txBox="1"/>
          <p:nvPr>
            <p:ph type="title"/>
          </p:nvPr>
        </p:nvSpPr>
        <p:spPr>
          <a:xfrm>
            <a:off x="228600" y="613525"/>
            <a:ext cx="42966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cxnSp>
        <p:nvCxnSpPr>
          <p:cNvPr id="225" name="Google Shape;225;p2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6" name="Google Shape;226;p2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7" name="Google Shape;227;p2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cards">
  <p:cSld name="CUSTOM_1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5"/>
          <p:cNvSpPr txBox="1"/>
          <p:nvPr>
            <p:ph type="title"/>
          </p:nvPr>
        </p:nvSpPr>
        <p:spPr>
          <a:xfrm>
            <a:off x="3386700" y="489887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0" name="Google Shape;230;p25"/>
          <p:cNvSpPr txBox="1"/>
          <p:nvPr>
            <p:ph idx="1" type="subTitle"/>
          </p:nvPr>
        </p:nvSpPr>
        <p:spPr>
          <a:xfrm>
            <a:off x="338670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1" name="Google Shape;231;p25"/>
          <p:cNvSpPr txBox="1"/>
          <p:nvPr>
            <p:ph idx="2" type="subTitle"/>
          </p:nvPr>
        </p:nvSpPr>
        <p:spPr>
          <a:xfrm>
            <a:off x="338670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2" name="Google Shape;232;p25"/>
          <p:cNvSpPr txBox="1"/>
          <p:nvPr>
            <p:ph idx="3" type="title"/>
          </p:nvPr>
        </p:nvSpPr>
        <p:spPr>
          <a:xfrm>
            <a:off x="6307650" y="482616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3" name="Google Shape;233;p25"/>
          <p:cNvSpPr txBox="1"/>
          <p:nvPr>
            <p:ph idx="4" type="subTitle"/>
          </p:nvPr>
        </p:nvSpPr>
        <p:spPr>
          <a:xfrm>
            <a:off x="630765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4" name="Google Shape;234;p25"/>
          <p:cNvSpPr txBox="1"/>
          <p:nvPr>
            <p:ph idx="5" type="subTitle"/>
          </p:nvPr>
        </p:nvSpPr>
        <p:spPr>
          <a:xfrm>
            <a:off x="630765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5" name="Google Shape;235;p25"/>
          <p:cNvSpPr txBox="1"/>
          <p:nvPr>
            <p:ph idx="6"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6" name="Google Shape;236;p25"/>
          <p:cNvSpPr txBox="1"/>
          <p:nvPr>
            <p:ph idx="7" type="subTitle"/>
          </p:nvPr>
        </p:nvSpPr>
        <p:spPr>
          <a:xfrm>
            <a:off x="3482800" y="4057204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7" name="Google Shape;237;p25"/>
          <p:cNvSpPr txBox="1"/>
          <p:nvPr>
            <p:ph idx="8" type="subTitle"/>
          </p:nvPr>
        </p:nvSpPr>
        <p:spPr>
          <a:xfrm>
            <a:off x="6405300" y="4057079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8" name="Google Shape;238;p25"/>
          <p:cNvSpPr txBox="1"/>
          <p:nvPr>
            <p:ph idx="9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39" name="Google Shape;239;p25"/>
          <p:cNvSpPr txBox="1"/>
          <p:nvPr>
            <p:ph idx="1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40" name="Google Shape;240;p25"/>
          <p:cNvSpPr txBox="1"/>
          <p:nvPr>
            <p:ph idx="1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41" name="Google Shape;241;p2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42" name="Google Shape;242;p25"/>
          <p:cNvGrpSpPr/>
          <p:nvPr/>
        </p:nvGrpSpPr>
        <p:grpSpPr>
          <a:xfrm rot="-5400000">
            <a:off x="4794488" y="4206993"/>
            <a:ext cx="141588" cy="73485"/>
            <a:chOff x="498725" y="2069800"/>
            <a:chExt cx="205200" cy="106500"/>
          </a:xfrm>
        </p:grpSpPr>
        <p:cxnSp>
          <p:nvCxnSpPr>
            <p:cNvPr id="243" name="Google Shape;243;p25"/>
            <p:cNvCxnSpPr/>
            <p:nvPr/>
          </p:nvCxnSpPr>
          <p:spPr>
            <a:xfrm flipH="1" rot="-5400000">
              <a:off x="498725" y="2069800"/>
              <a:ext cx="103500" cy="1035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4" name="Google Shape;244;p25"/>
            <p:cNvCxnSpPr/>
            <p:nvPr/>
          </p:nvCxnSpPr>
          <p:spPr>
            <a:xfrm rot="5400000">
              <a:off x="596825" y="2069200"/>
              <a:ext cx="106500" cy="1077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45" name="Google Shape;245;p2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6" name="Google Shape;246;p2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cards">
  <p:cSld name="CUSTOM_1_1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6"/>
          <p:cNvSpPr txBox="1"/>
          <p:nvPr>
            <p:ph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249" name="Google Shape;249;p26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0" name="Google Shape;250;p26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1" name="Google Shape;251;p26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52" name="Google Shape;252;p2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3" name="Google Shape;253;p26"/>
          <p:cNvSpPr txBox="1"/>
          <p:nvPr>
            <p:ph idx="4" type="title"/>
          </p:nvPr>
        </p:nvSpPr>
        <p:spPr>
          <a:xfrm>
            <a:off x="3379125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54" name="Google Shape;254;p26"/>
          <p:cNvSpPr txBox="1"/>
          <p:nvPr>
            <p:ph idx="5" type="subTitle"/>
          </p:nvPr>
        </p:nvSpPr>
        <p:spPr>
          <a:xfrm>
            <a:off x="3379125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55" name="Google Shape;255;p26"/>
          <p:cNvSpPr txBox="1"/>
          <p:nvPr>
            <p:ph idx="6" type="subTitle"/>
          </p:nvPr>
        </p:nvSpPr>
        <p:spPr>
          <a:xfrm>
            <a:off x="3379123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56" name="Google Shape;256;p26"/>
          <p:cNvSpPr txBox="1"/>
          <p:nvPr>
            <p:ph idx="7" type="title"/>
          </p:nvPr>
        </p:nvSpPr>
        <p:spPr>
          <a:xfrm>
            <a:off x="6318039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57" name="Google Shape;257;p26"/>
          <p:cNvSpPr txBox="1"/>
          <p:nvPr>
            <p:ph idx="8" type="subTitle"/>
          </p:nvPr>
        </p:nvSpPr>
        <p:spPr>
          <a:xfrm>
            <a:off x="6318039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58" name="Google Shape;258;p26"/>
          <p:cNvSpPr txBox="1"/>
          <p:nvPr>
            <p:ph idx="9" type="subTitle"/>
          </p:nvPr>
        </p:nvSpPr>
        <p:spPr>
          <a:xfrm>
            <a:off x="6318036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59" name="Google Shape;259;p26"/>
          <p:cNvSpPr txBox="1"/>
          <p:nvPr>
            <p:ph idx="13" type="title"/>
          </p:nvPr>
        </p:nvSpPr>
        <p:spPr>
          <a:xfrm>
            <a:off x="6318039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60" name="Google Shape;260;p26"/>
          <p:cNvSpPr txBox="1"/>
          <p:nvPr>
            <p:ph idx="14" type="subTitle"/>
          </p:nvPr>
        </p:nvSpPr>
        <p:spPr>
          <a:xfrm>
            <a:off x="6318039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1" name="Google Shape;261;p26"/>
          <p:cNvSpPr txBox="1"/>
          <p:nvPr>
            <p:ph idx="15" type="subTitle"/>
          </p:nvPr>
        </p:nvSpPr>
        <p:spPr>
          <a:xfrm>
            <a:off x="6318036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2" name="Google Shape;262;p26"/>
          <p:cNvSpPr txBox="1"/>
          <p:nvPr>
            <p:ph idx="16" type="title"/>
          </p:nvPr>
        </p:nvSpPr>
        <p:spPr>
          <a:xfrm>
            <a:off x="3379125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63" name="Google Shape;263;p26"/>
          <p:cNvSpPr txBox="1"/>
          <p:nvPr>
            <p:ph idx="17" type="subTitle"/>
          </p:nvPr>
        </p:nvSpPr>
        <p:spPr>
          <a:xfrm>
            <a:off x="3379125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4" name="Google Shape;264;p26"/>
          <p:cNvSpPr txBox="1"/>
          <p:nvPr>
            <p:ph idx="18" type="subTitle"/>
          </p:nvPr>
        </p:nvSpPr>
        <p:spPr>
          <a:xfrm>
            <a:off x="3379123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5" name="Google Shape;265;p2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6" name="Google Shape;266;p2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">
  <p:cSld name="CUSTOM_7_1_1_1_1_1_1_1_1_1_1_1_1_1_1_1_1_1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27"/>
          <p:cNvPicPr preferRelativeResize="0"/>
          <p:nvPr/>
        </p:nvPicPr>
        <p:blipFill rotWithShape="1">
          <a:blip r:embed="rId2">
            <a:alphaModFix/>
          </a:blip>
          <a:srcRect b="14588" l="0" r="15469" t="0"/>
          <a:stretch/>
        </p:blipFill>
        <p:spPr>
          <a:xfrm flipH="1">
            <a:off x="4571999" y="2061075"/>
            <a:ext cx="4572001" cy="30824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9" name="Google Shape;269;p2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0" name="Google Shape;270;p27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1" name="Google Shape;271;p27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2" name="Google Shape;272;p27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3" name="Google Shape;273;p27"/>
          <p:cNvSpPr txBox="1"/>
          <p:nvPr>
            <p:ph idx="4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4" name="Google Shape;274;p27"/>
          <p:cNvSpPr txBox="1"/>
          <p:nvPr>
            <p:ph type="title"/>
          </p:nvPr>
        </p:nvSpPr>
        <p:spPr>
          <a:xfrm>
            <a:off x="35522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75" name="Google Shape;275;p27"/>
          <p:cNvSpPr txBox="1"/>
          <p:nvPr>
            <p:ph idx="5" type="subTitle"/>
          </p:nvPr>
        </p:nvSpPr>
        <p:spPr>
          <a:xfrm>
            <a:off x="35522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76" name="Google Shape;276;p27"/>
          <p:cNvSpPr txBox="1"/>
          <p:nvPr>
            <p:ph idx="6" type="body"/>
          </p:nvPr>
        </p:nvSpPr>
        <p:spPr>
          <a:xfrm>
            <a:off x="35522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77" name="Google Shape;277;p27"/>
          <p:cNvSpPr txBox="1"/>
          <p:nvPr>
            <p:ph idx="7" type="title"/>
          </p:nvPr>
        </p:nvSpPr>
        <p:spPr>
          <a:xfrm>
            <a:off x="254387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78" name="Google Shape;278;p27"/>
          <p:cNvSpPr txBox="1"/>
          <p:nvPr>
            <p:ph idx="8" type="subTitle"/>
          </p:nvPr>
        </p:nvSpPr>
        <p:spPr>
          <a:xfrm>
            <a:off x="254387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79" name="Google Shape;279;p27"/>
          <p:cNvSpPr txBox="1"/>
          <p:nvPr>
            <p:ph idx="9" type="body"/>
          </p:nvPr>
        </p:nvSpPr>
        <p:spPr>
          <a:xfrm>
            <a:off x="254387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0" name="Google Shape;280;p27"/>
          <p:cNvSpPr txBox="1"/>
          <p:nvPr>
            <p:ph idx="13" type="title"/>
          </p:nvPr>
        </p:nvSpPr>
        <p:spPr>
          <a:xfrm>
            <a:off x="47455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81" name="Google Shape;281;p27"/>
          <p:cNvSpPr txBox="1"/>
          <p:nvPr>
            <p:ph idx="14" type="subTitle"/>
          </p:nvPr>
        </p:nvSpPr>
        <p:spPr>
          <a:xfrm>
            <a:off x="47455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2" name="Google Shape;282;p27"/>
          <p:cNvSpPr txBox="1"/>
          <p:nvPr>
            <p:ph idx="15" type="body"/>
          </p:nvPr>
        </p:nvSpPr>
        <p:spPr>
          <a:xfrm>
            <a:off x="4745400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3" name="Google Shape;283;p27"/>
          <p:cNvSpPr txBox="1"/>
          <p:nvPr>
            <p:ph idx="16" type="title"/>
          </p:nvPr>
        </p:nvSpPr>
        <p:spPr>
          <a:xfrm>
            <a:off x="69423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84" name="Google Shape;284;p27"/>
          <p:cNvSpPr txBox="1"/>
          <p:nvPr>
            <p:ph idx="17" type="subTitle"/>
          </p:nvPr>
        </p:nvSpPr>
        <p:spPr>
          <a:xfrm>
            <a:off x="69423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5" name="Google Shape;285;p27"/>
          <p:cNvSpPr txBox="1"/>
          <p:nvPr>
            <p:ph idx="18" type="body"/>
          </p:nvPr>
        </p:nvSpPr>
        <p:spPr>
          <a:xfrm>
            <a:off x="6942300" y="2465025"/>
            <a:ext cx="17916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6" name="Google Shape;286;p27"/>
          <p:cNvSpPr txBox="1"/>
          <p:nvPr>
            <p:ph idx="19" type="title"/>
          </p:nvPr>
        </p:nvSpPr>
        <p:spPr>
          <a:xfrm>
            <a:off x="228600" y="613525"/>
            <a:ext cx="3904500" cy="864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7" name="Google Shape;287;p2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88" name="Google Shape;288;p2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ers">
  <p:cSld name="CUSTOM"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8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91" name="Google Shape;291;p28"/>
          <p:cNvCxnSpPr/>
          <p:nvPr/>
        </p:nvCxnSpPr>
        <p:spPr>
          <a:xfrm>
            <a:off x="228450" y="2061025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2" name="Google Shape;292;p28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3" name="Google Shape;293;p28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4" name="Google Shape;294;p28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95" name="Google Shape;295;p2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6" name="Google Shape;296;p28"/>
          <p:cNvSpPr txBox="1"/>
          <p:nvPr>
            <p:ph type="title"/>
          </p:nvPr>
        </p:nvSpPr>
        <p:spPr>
          <a:xfrm>
            <a:off x="228600" y="369300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297" name="Google Shape;297;p28"/>
          <p:cNvSpPr/>
          <p:nvPr>
            <p:ph idx="5" type="pic"/>
          </p:nvPr>
        </p:nvSpPr>
        <p:spPr>
          <a:xfrm>
            <a:off x="3795900" y="2682425"/>
            <a:ext cx="1458300" cy="14583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p28"/>
          <p:cNvSpPr txBox="1"/>
          <p:nvPr>
            <p:ph idx="6" type="body"/>
          </p:nvPr>
        </p:nvSpPr>
        <p:spPr>
          <a:xfrm>
            <a:off x="5871500" y="2468775"/>
            <a:ext cx="2864700" cy="676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99" name="Google Shape;299;p28"/>
          <p:cNvSpPr txBox="1"/>
          <p:nvPr>
            <p:ph idx="7" type="body"/>
          </p:nvPr>
        </p:nvSpPr>
        <p:spPr>
          <a:xfrm>
            <a:off x="5871500" y="3553025"/>
            <a:ext cx="2864700" cy="69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3048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3048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3048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3048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3048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3048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3048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3048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0" name="Google Shape;300;p28"/>
          <p:cNvSpPr txBox="1"/>
          <p:nvPr>
            <p:ph idx="8" type="subTitle"/>
          </p:nvPr>
        </p:nvSpPr>
        <p:spPr>
          <a:xfrm>
            <a:off x="238800" y="2720113"/>
            <a:ext cx="2824500" cy="145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1" name="Google Shape;301;p2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02" name="Google Shape;302;p2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">
  <p:cSld name="CUSTOM_2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9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5" name="Google Shape;305;p29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6" name="Google Shape;306;p29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307" name="Google Shape;307;p2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8" name="Google Shape;308;p29"/>
          <p:cNvSpPr/>
          <p:nvPr/>
        </p:nvSpPr>
        <p:spPr>
          <a:xfrm>
            <a:off x="228600" y="1395962"/>
            <a:ext cx="2101200" cy="3054000"/>
          </a:xfrm>
          <a:prstGeom prst="roundRect">
            <a:avLst>
              <a:gd fmla="val 963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09" name="Google Shape;309;p29"/>
          <p:cNvSpPr/>
          <p:nvPr/>
        </p:nvSpPr>
        <p:spPr>
          <a:xfrm>
            <a:off x="2423700" y="1395962"/>
            <a:ext cx="3198600" cy="3054000"/>
          </a:xfrm>
          <a:prstGeom prst="roundRect">
            <a:avLst>
              <a:gd fmla="val 674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0" name="Google Shape;310;p29"/>
          <p:cNvSpPr/>
          <p:nvPr/>
        </p:nvSpPr>
        <p:spPr>
          <a:xfrm>
            <a:off x="5716850" y="1395962"/>
            <a:ext cx="3198600" cy="1758300"/>
          </a:xfrm>
          <a:prstGeom prst="roundRect">
            <a:avLst>
              <a:gd fmla="val 963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1" name="Google Shape;311;p29"/>
          <p:cNvSpPr/>
          <p:nvPr/>
        </p:nvSpPr>
        <p:spPr>
          <a:xfrm>
            <a:off x="5716200" y="3231390"/>
            <a:ext cx="3198600" cy="1217400"/>
          </a:xfrm>
          <a:prstGeom prst="roundRect">
            <a:avLst>
              <a:gd fmla="val 1360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2" name="Google Shape;312;p29"/>
          <p:cNvSpPr/>
          <p:nvPr>
            <p:ph idx="4" type="pic"/>
          </p:nvPr>
        </p:nvSpPr>
        <p:spPr>
          <a:xfrm>
            <a:off x="381950" y="993050"/>
            <a:ext cx="850500" cy="8505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" name="Google Shape;313;p29"/>
          <p:cNvSpPr txBox="1"/>
          <p:nvPr>
            <p:ph idx="5" type="subTitle"/>
          </p:nvPr>
        </p:nvSpPr>
        <p:spPr>
          <a:xfrm>
            <a:off x="381950" y="2062875"/>
            <a:ext cx="1786500" cy="23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None/>
              <a:defRPr b="1"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14" name="Google Shape;314;p29"/>
          <p:cNvSpPr txBox="1"/>
          <p:nvPr>
            <p:ph idx="6" type="body"/>
          </p:nvPr>
        </p:nvSpPr>
        <p:spPr>
          <a:xfrm>
            <a:off x="381950" y="2453500"/>
            <a:ext cx="17865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5" name="Google Shape;315;p29"/>
          <p:cNvSpPr txBox="1"/>
          <p:nvPr>
            <p:ph idx="7" type="subTitle"/>
          </p:nvPr>
        </p:nvSpPr>
        <p:spPr>
          <a:xfrm>
            <a:off x="2580250" y="1528150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16" name="Google Shape;316;p29"/>
          <p:cNvSpPr txBox="1"/>
          <p:nvPr>
            <p:ph idx="8" type="body"/>
          </p:nvPr>
        </p:nvSpPr>
        <p:spPr>
          <a:xfrm>
            <a:off x="2580250" y="1791652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cxnSp>
        <p:nvCxnSpPr>
          <p:cNvPr id="317" name="Google Shape;317;p29"/>
          <p:cNvCxnSpPr/>
          <p:nvPr/>
        </p:nvCxnSpPr>
        <p:spPr>
          <a:xfrm>
            <a:off x="2423700" y="2531312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8" name="Google Shape;318;p29"/>
          <p:cNvCxnSpPr/>
          <p:nvPr/>
        </p:nvCxnSpPr>
        <p:spPr>
          <a:xfrm>
            <a:off x="2423700" y="3583537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9" name="Google Shape;319;p29"/>
          <p:cNvSpPr txBox="1"/>
          <p:nvPr>
            <p:ph idx="9" type="subTitle"/>
          </p:nvPr>
        </p:nvSpPr>
        <p:spPr>
          <a:xfrm>
            <a:off x="2580250" y="26604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0" name="Google Shape;320;p29"/>
          <p:cNvSpPr txBox="1"/>
          <p:nvPr>
            <p:ph idx="13" type="body"/>
          </p:nvPr>
        </p:nvSpPr>
        <p:spPr>
          <a:xfrm>
            <a:off x="2580250" y="2931046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21" name="Google Shape;321;p29"/>
          <p:cNvSpPr/>
          <p:nvPr/>
        </p:nvSpPr>
        <p:spPr>
          <a:xfrm flipH="1">
            <a:off x="2600988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2" name="Google Shape;322;p29"/>
          <p:cNvSpPr/>
          <p:nvPr/>
        </p:nvSpPr>
        <p:spPr>
          <a:xfrm flipH="1">
            <a:off x="3654625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3" name="Google Shape;323;p29"/>
          <p:cNvSpPr/>
          <p:nvPr/>
        </p:nvSpPr>
        <p:spPr>
          <a:xfrm flipH="1">
            <a:off x="4602650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4" name="Google Shape;324;p29"/>
          <p:cNvSpPr txBox="1"/>
          <p:nvPr>
            <p:ph idx="14" type="subTitle"/>
          </p:nvPr>
        </p:nvSpPr>
        <p:spPr>
          <a:xfrm>
            <a:off x="2567250" y="36718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5" name="Google Shape;325;p29"/>
          <p:cNvSpPr txBox="1"/>
          <p:nvPr>
            <p:ph idx="15" type="subTitle"/>
          </p:nvPr>
        </p:nvSpPr>
        <p:spPr>
          <a:xfrm>
            <a:off x="5877425" y="15281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6" name="Google Shape;326;p29"/>
          <p:cNvSpPr txBox="1"/>
          <p:nvPr>
            <p:ph idx="16" type="subTitle"/>
          </p:nvPr>
        </p:nvSpPr>
        <p:spPr>
          <a:xfrm>
            <a:off x="5877425" y="178110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7" name="Google Shape;327;p29"/>
          <p:cNvSpPr txBox="1"/>
          <p:nvPr>
            <p:ph idx="17" type="subTitle"/>
          </p:nvPr>
        </p:nvSpPr>
        <p:spPr>
          <a:xfrm>
            <a:off x="5877425" y="22191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8" name="Google Shape;328;p29"/>
          <p:cNvSpPr txBox="1"/>
          <p:nvPr>
            <p:ph idx="18" type="subTitle"/>
          </p:nvPr>
        </p:nvSpPr>
        <p:spPr>
          <a:xfrm>
            <a:off x="5877425" y="26572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9" name="Google Shape;329;p29"/>
          <p:cNvSpPr txBox="1"/>
          <p:nvPr>
            <p:ph idx="19" type="subTitle"/>
          </p:nvPr>
        </p:nvSpPr>
        <p:spPr>
          <a:xfrm>
            <a:off x="5877425" y="335493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0" name="Google Shape;330;p29"/>
          <p:cNvSpPr txBox="1"/>
          <p:nvPr>
            <p:ph idx="20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31" name="Google Shape;331;p2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32" name="Google Shape;332;p2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lestones">
  <p:cSld name="CUSTOM_4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0"/>
          <p:cNvSpPr txBox="1"/>
          <p:nvPr>
            <p:ph idx="1" type="body"/>
          </p:nvPr>
        </p:nvSpPr>
        <p:spPr>
          <a:xfrm>
            <a:off x="2054000" y="2952175"/>
            <a:ext cx="1377600" cy="93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335" name="Google Shape;335;p30"/>
          <p:cNvSpPr txBox="1"/>
          <p:nvPr>
            <p:ph idx="2" type="body"/>
          </p:nvPr>
        </p:nvSpPr>
        <p:spPr>
          <a:xfrm>
            <a:off x="2461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36" name="Google Shape;336;p30"/>
          <p:cNvSpPr txBox="1"/>
          <p:nvPr>
            <p:ph idx="3" type="subTitle"/>
          </p:nvPr>
        </p:nvSpPr>
        <p:spPr>
          <a:xfrm>
            <a:off x="382995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37" name="Google Shape;337;p30"/>
          <p:cNvSpPr txBox="1"/>
          <p:nvPr>
            <p:ph idx="4" type="body"/>
          </p:nvPr>
        </p:nvSpPr>
        <p:spPr>
          <a:xfrm>
            <a:off x="3848250" y="2952163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38" name="Google Shape;338;p30"/>
          <p:cNvSpPr txBox="1"/>
          <p:nvPr>
            <p:ph idx="5" type="subTitle"/>
          </p:nvPr>
        </p:nvSpPr>
        <p:spPr>
          <a:xfrm>
            <a:off x="20774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9" name="Google Shape;339;p30"/>
          <p:cNvSpPr txBox="1"/>
          <p:nvPr>
            <p:ph idx="6" type="body"/>
          </p:nvPr>
        </p:nvSpPr>
        <p:spPr>
          <a:xfrm>
            <a:off x="5634175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40" name="Google Shape;340;p30"/>
          <p:cNvSpPr txBox="1"/>
          <p:nvPr>
            <p:ph idx="7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41" name="Google Shape;341;p30"/>
          <p:cNvSpPr txBox="1"/>
          <p:nvPr>
            <p:ph idx="8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42" name="Google Shape;342;p30"/>
          <p:cNvSpPr txBox="1"/>
          <p:nvPr>
            <p:ph idx="9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343" name="Google Shape;343;p30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4" name="Google Shape;344;p30"/>
          <p:cNvSpPr txBox="1"/>
          <p:nvPr>
            <p:ph type="title"/>
          </p:nvPr>
        </p:nvSpPr>
        <p:spPr>
          <a:xfrm>
            <a:off x="228600" y="613525"/>
            <a:ext cx="6841500" cy="753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45" name="Google Shape;345;p30"/>
          <p:cNvSpPr txBox="1"/>
          <p:nvPr>
            <p:ph idx="13" type="subTitle"/>
          </p:nvPr>
        </p:nvSpPr>
        <p:spPr>
          <a:xfrm>
            <a:off x="2775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46" name="Google Shape;346;p30"/>
          <p:cNvSpPr txBox="1"/>
          <p:nvPr>
            <p:ph idx="14" type="subTitle"/>
          </p:nvPr>
        </p:nvSpPr>
        <p:spPr>
          <a:xfrm>
            <a:off x="38773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47" name="Google Shape;347;p30"/>
          <p:cNvSpPr txBox="1"/>
          <p:nvPr>
            <p:ph idx="15" type="subTitle"/>
          </p:nvPr>
        </p:nvSpPr>
        <p:spPr>
          <a:xfrm>
            <a:off x="56772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48" name="Google Shape;348;p30"/>
          <p:cNvSpPr txBox="1"/>
          <p:nvPr>
            <p:ph idx="16" type="subTitle"/>
          </p:nvPr>
        </p:nvSpPr>
        <p:spPr>
          <a:xfrm>
            <a:off x="74771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49" name="Google Shape;349;p30"/>
          <p:cNvSpPr txBox="1"/>
          <p:nvPr>
            <p:ph idx="17" type="subTitle"/>
          </p:nvPr>
        </p:nvSpPr>
        <p:spPr>
          <a:xfrm>
            <a:off x="23880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0" name="Google Shape;350;p30"/>
          <p:cNvSpPr txBox="1"/>
          <p:nvPr>
            <p:ph idx="18" type="subTitle"/>
          </p:nvPr>
        </p:nvSpPr>
        <p:spPr>
          <a:xfrm>
            <a:off x="2034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51" name="Google Shape;351;p30"/>
          <p:cNvSpPr txBox="1"/>
          <p:nvPr>
            <p:ph idx="19" type="subTitle"/>
          </p:nvPr>
        </p:nvSpPr>
        <p:spPr>
          <a:xfrm>
            <a:off x="5645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52" name="Google Shape;352;p30"/>
          <p:cNvSpPr txBox="1"/>
          <p:nvPr>
            <p:ph idx="20" type="subTitle"/>
          </p:nvPr>
        </p:nvSpPr>
        <p:spPr>
          <a:xfrm>
            <a:off x="7460789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53" name="Google Shape;353;p30"/>
          <p:cNvSpPr txBox="1"/>
          <p:nvPr>
            <p:ph idx="21" type="subTitle"/>
          </p:nvPr>
        </p:nvSpPr>
        <p:spPr>
          <a:xfrm>
            <a:off x="372900" y="202945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Urbanist"/>
              <a:buNone/>
              <a:defRPr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354" name="Google Shape;354;p30"/>
          <p:cNvSpPr txBox="1"/>
          <p:nvPr>
            <p:ph idx="22" type="subTitle"/>
          </p:nvPr>
        </p:nvSpPr>
        <p:spPr>
          <a:xfrm>
            <a:off x="2178663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55" name="Google Shape;355;p30"/>
          <p:cNvSpPr txBox="1"/>
          <p:nvPr>
            <p:ph idx="23" type="subTitle"/>
          </p:nvPr>
        </p:nvSpPr>
        <p:spPr>
          <a:xfrm>
            <a:off x="3974250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56" name="Google Shape;356;p30"/>
          <p:cNvSpPr txBox="1"/>
          <p:nvPr>
            <p:ph idx="24" type="subTitle"/>
          </p:nvPr>
        </p:nvSpPr>
        <p:spPr>
          <a:xfrm>
            <a:off x="5789675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57" name="Google Shape;357;p30"/>
          <p:cNvSpPr txBox="1"/>
          <p:nvPr>
            <p:ph idx="25" type="subTitle"/>
          </p:nvPr>
        </p:nvSpPr>
        <p:spPr>
          <a:xfrm>
            <a:off x="7605089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58" name="Google Shape;358;p30"/>
          <p:cNvSpPr txBox="1"/>
          <p:nvPr>
            <p:ph idx="26" type="body"/>
          </p:nvPr>
        </p:nvSpPr>
        <p:spPr>
          <a:xfrm>
            <a:off x="74503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59" name="Google Shape;359;p30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60" name="Google Shape;360;p30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trics ">
  <p:cSld name="CUSTOM_5"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1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63" name="Google Shape;363;p31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64" name="Google Shape;364;p31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365" name="Google Shape;365;p31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6" name="Google Shape;366;p31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67" name="Google Shape;367;p31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68" name="Google Shape;368;p31"/>
          <p:cNvSpPr txBox="1"/>
          <p:nvPr>
            <p:ph idx="4" type="subTitle"/>
          </p:nvPr>
        </p:nvSpPr>
        <p:spPr>
          <a:xfrm>
            <a:off x="6314800" y="458325"/>
            <a:ext cx="229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9" name="Google Shape;369;p31"/>
          <p:cNvSpPr txBox="1"/>
          <p:nvPr>
            <p:ph type="title"/>
          </p:nvPr>
        </p:nvSpPr>
        <p:spPr>
          <a:xfrm>
            <a:off x="237650" y="746900"/>
            <a:ext cx="2834700" cy="2590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370" name="Google Shape;370;p31"/>
          <p:cNvSpPr txBox="1"/>
          <p:nvPr>
            <p:ph idx="5" type="subTitle"/>
          </p:nvPr>
        </p:nvSpPr>
        <p:spPr>
          <a:xfrm>
            <a:off x="229175" y="229175"/>
            <a:ext cx="283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71" name="Google Shape;371;p31"/>
          <p:cNvSpPr txBox="1"/>
          <p:nvPr>
            <p:ph idx="6" type="subTitle"/>
          </p:nvPr>
        </p:nvSpPr>
        <p:spPr>
          <a:xfrm>
            <a:off x="3437500" y="882725"/>
            <a:ext cx="22947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72" name="Google Shape;372;p31"/>
          <p:cNvSpPr txBox="1"/>
          <p:nvPr>
            <p:ph idx="7" type="title"/>
          </p:nvPr>
        </p:nvSpPr>
        <p:spPr>
          <a:xfrm>
            <a:off x="3611850" y="1848195"/>
            <a:ext cx="1924200" cy="594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9pPr>
          </a:lstStyle>
          <a:p/>
        </p:txBody>
      </p:sp>
      <p:sp>
        <p:nvSpPr>
          <p:cNvPr id="373" name="Google Shape;373;p31"/>
          <p:cNvSpPr txBox="1"/>
          <p:nvPr>
            <p:ph idx="8" type="title"/>
          </p:nvPr>
        </p:nvSpPr>
        <p:spPr>
          <a:xfrm>
            <a:off x="3611850" y="3250202"/>
            <a:ext cx="1920300" cy="59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Font typeface="Urbanist"/>
              <a:buNone/>
              <a:defRPr sz="6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374" name="Google Shape;374;p31"/>
          <p:cNvSpPr txBox="1"/>
          <p:nvPr>
            <p:ph idx="9" type="subTitle"/>
          </p:nvPr>
        </p:nvSpPr>
        <p:spPr>
          <a:xfrm>
            <a:off x="3611850" y="2707575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75" name="Google Shape;375;p31"/>
          <p:cNvSpPr txBox="1"/>
          <p:nvPr>
            <p:ph idx="13" type="subTitle"/>
          </p:nvPr>
        </p:nvSpPr>
        <p:spPr>
          <a:xfrm>
            <a:off x="3611850" y="4076800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76" name="Google Shape;376;p31"/>
          <p:cNvSpPr txBox="1"/>
          <p:nvPr>
            <p:ph idx="14" type="subTitle"/>
          </p:nvPr>
        </p:nvSpPr>
        <p:spPr>
          <a:xfrm>
            <a:off x="6258900" y="3267725"/>
            <a:ext cx="24783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77" name="Google Shape;377;p31"/>
          <p:cNvSpPr txBox="1"/>
          <p:nvPr>
            <p:ph idx="15" type="subTitle"/>
          </p:nvPr>
        </p:nvSpPr>
        <p:spPr>
          <a:xfrm>
            <a:off x="6258900" y="3955225"/>
            <a:ext cx="24783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 u="sng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80" name="Google Shape;380;p3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5" name="Google Shape;385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8" name="Google Shape;388;p3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9" name="Google Shape;389;p3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94" name="Google Shape;394;p3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9" name="Google Shape;399;p3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0" name="Google Shape;400;p3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05" name="Google Shape;405;p4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43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9" name="Google Shape;409;p43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0" name="Google Shape;410;p43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1" name="Google Shape;411;p43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2" name="Google Shape;412;p43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3" name="Google Shape;413;p43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4" name="Google Shape;414;p43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17" name="Google Shape;417;p44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8" name="Google Shape;418;p44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21" name="Google Shape;421;p45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2" name="Google Shape;422;p45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3" name="Google Shape;423;p4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4" name="Google Shape;424;p45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46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7" name="Google Shape;427;p46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8" name="Google Shape;428;p4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29" name="Google Shape;429;p46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0" name="Google Shape;430;p46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1" name="Google Shape;431;p46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2" name="Google Shape;432;p46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47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5" name="Google Shape;435;p47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6" name="Google Shape;436;p47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7" name="Google Shape;437;p47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8" name="Google Shape;438;p4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39" name="Google Shape;439;p47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0" name="Google Shape;440;p47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1" name="Google Shape;441;p47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2" name="Google Shape;442;p47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45" name="Google Shape;445;p48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49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8" name="Google Shape;448;p49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49" name="Google Shape;449;p49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50" name="Google Shape;450;p49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1" name="Google Shape;451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2" name="Google Shape;452;p49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53" name="Google Shape;453;p49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50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6" name="Google Shape;456;p50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57" name="Google Shape;457;p50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58" name="Google Shape;458;p50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9" name="Google Shape;459;p50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60" name="Google Shape;460;p50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1" name="Google Shape;461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62" name="Google Shape;462;p50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63" name="Google Shape;463;p50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64" name="Google Shape;464;p50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51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52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9" name="Google Shape;469;p52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0" name="Google Shape;470;p52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1" name="Google Shape;471;p52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2" name="Google Shape;472;p52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3" name="Google Shape;473;p52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4" name="Google Shape;474;p52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75" name="Google Shape;475;p52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6" name="Google Shape;476;p52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7" name="Google Shape;477;p52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theme" Target="../theme/theme2.xml"/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228600" y="85200"/>
            <a:ext cx="5236500" cy="10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 Medium"/>
              <a:buNone/>
              <a:defRPr sz="3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2" type="body"/>
          </p:nvPr>
        </p:nvSpPr>
        <p:spPr>
          <a:xfrm>
            <a:off x="4562525" y="1518250"/>
            <a:ext cx="3880800" cy="27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33">
          <p15:clr>
            <a:srgbClr val="E46962"/>
          </p15:clr>
        </p15:guide>
        <p15:guide id="10" pos="4292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doi.org/10.24432/C5BW33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jpg"/><Relationship Id="rId4" Type="http://schemas.openxmlformats.org/officeDocument/2006/relationships/image" Target="../media/image1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doi.org/10.24432/C5BW33" TargetMode="External"/><Relationship Id="rId4" Type="http://schemas.openxmlformats.org/officeDocument/2006/relationships/hyperlink" Target="https://archive.ics.uci.edu/dataset/352/online+retail$0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53"/>
          <p:cNvSpPr/>
          <p:nvPr/>
        </p:nvSpPr>
        <p:spPr>
          <a:xfrm>
            <a:off x="228600" y="4113375"/>
            <a:ext cx="1399200" cy="33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83" name="Google Shape;483;p53"/>
          <p:cNvSpPr/>
          <p:nvPr/>
        </p:nvSpPr>
        <p:spPr>
          <a:xfrm>
            <a:off x="1719175" y="4113375"/>
            <a:ext cx="1399200" cy="33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pSp>
        <p:nvGrpSpPr>
          <p:cNvPr id="484" name="Google Shape;484;p53"/>
          <p:cNvGrpSpPr/>
          <p:nvPr/>
        </p:nvGrpSpPr>
        <p:grpSpPr>
          <a:xfrm>
            <a:off x="228591" y="3127350"/>
            <a:ext cx="233094" cy="233094"/>
            <a:chOff x="259788" y="1923155"/>
            <a:chExt cx="409800" cy="409800"/>
          </a:xfrm>
        </p:grpSpPr>
        <p:sp>
          <p:nvSpPr>
            <p:cNvPr id="485" name="Google Shape;485;p53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486" name="Google Shape;486;p53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487" name="Google Shape;487;p53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8" name="Google Shape;488;p53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489" name="Google Shape;489;p53"/>
          <p:cNvSpPr txBox="1"/>
          <p:nvPr>
            <p:ph type="title"/>
          </p:nvPr>
        </p:nvSpPr>
        <p:spPr>
          <a:xfrm>
            <a:off x="228600" y="228600"/>
            <a:ext cx="7756200" cy="251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9144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400">
                <a:solidFill>
                  <a:srgbClr val="E3E3E3"/>
                </a:solidFill>
                <a:latin typeface="Arial"/>
                <a:ea typeface="Arial"/>
                <a:cs typeface="Arial"/>
                <a:sym typeface="Arial"/>
              </a:rPr>
              <a:t>DATA ANALYSIS AND DATA SCIENCE </a:t>
            </a:r>
            <a:endParaRPr sz="1400">
              <a:solidFill>
                <a:srgbClr val="E3E3E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400">
                <a:solidFill>
                  <a:srgbClr val="E3E3E3"/>
                </a:solidFill>
                <a:latin typeface="Arial"/>
                <a:ea typeface="Arial"/>
                <a:cs typeface="Arial"/>
                <a:sym typeface="Arial"/>
              </a:rPr>
              <a:t>LA GUARDIA COMMUNITY COLLEGE</a:t>
            </a:r>
            <a:endParaRPr sz="1400">
              <a:solidFill>
                <a:srgbClr val="E3E3E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400">
                <a:solidFill>
                  <a:srgbClr val="E3E3E3"/>
                </a:solidFill>
                <a:latin typeface="Arial"/>
                <a:ea typeface="Arial"/>
                <a:cs typeface="Arial"/>
                <a:sym typeface="Arial"/>
              </a:rPr>
              <a:t>NEW YORK</a:t>
            </a:r>
            <a:endParaRPr sz="1400">
              <a:solidFill>
                <a:srgbClr val="E3E3E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>
                <a:solidFill>
                  <a:schemeClr val="lt1"/>
                </a:solidFill>
              </a:rPr>
              <a:t>	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90" name="Google Shape;490;p53"/>
          <p:cNvSpPr txBox="1"/>
          <p:nvPr>
            <p:ph idx="1" type="subTitle"/>
          </p:nvPr>
        </p:nvSpPr>
        <p:spPr>
          <a:xfrm>
            <a:off x="143825" y="1752925"/>
            <a:ext cx="8179200" cy="1280400"/>
          </a:xfrm>
          <a:prstGeom prst="rect">
            <a:avLst/>
          </a:prstGeom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457200" lvl="0" marL="22860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E3E3E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18288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>
                <a:solidFill>
                  <a:srgbClr val="E3E3E3"/>
                </a:solidFill>
                <a:latin typeface="Arial"/>
                <a:ea typeface="Arial"/>
                <a:cs typeface="Arial"/>
                <a:sym typeface="Arial"/>
              </a:rPr>
              <a:t>Online Retail - Data Analysis</a:t>
            </a:r>
            <a:endParaRPr sz="2300">
              <a:solidFill>
                <a:srgbClr val="E3E3E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491" name="Google Shape;491;p53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492" name="Google Shape;492;p53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Quarter Month</a:t>
            </a:r>
            <a:endParaRPr/>
          </a:p>
        </p:txBody>
      </p:sp>
      <p:sp>
        <p:nvSpPr>
          <p:cNvPr id="493" name="Google Shape;493;p53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</a:t>
            </a:r>
            <a:endParaRPr/>
          </a:p>
        </p:txBody>
      </p:sp>
      <p:sp>
        <p:nvSpPr>
          <p:cNvPr id="494" name="Google Shape;494;p53"/>
          <p:cNvSpPr txBox="1"/>
          <p:nvPr>
            <p:ph idx="5" type="subTitle"/>
          </p:nvPr>
        </p:nvSpPr>
        <p:spPr>
          <a:xfrm>
            <a:off x="2970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MICHAEL LINARES</a:t>
            </a:r>
            <a:endParaRPr/>
          </a:p>
        </p:txBody>
      </p:sp>
      <p:sp>
        <p:nvSpPr>
          <p:cNvPr id="495" name="Google Shape;495;p53"/>
          <p:cNvSpPr txBox="1"/>
          <p:nvPr>
            <p:ph idx="7" type="subTitle"/>
          </p:nvPr>
        </p:nvSpPr>
        <p:spPr>
          <a:xfrm>
            <a:off x="228591" y="3454475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OCTOBER / 2026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53"/>
          <p:cNvSpPr txBox="1"/>
          <p:nvPr>
            <p:ph idx="8" type="subTitle"/>
          </p:nvPr>
        </p:nvSpPr>
        <p:spPr>
          <a:xfrm>
            <a:off x="228591" y="3743050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Presented by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54"/>
          <p:cNvSpPr/>
          <p:nvPr/>
        </p:nvSpPr>
        <p:spPr>
          <a:xfrm>
            <a:off x="228600" y="4113375"/>
            <a:ext cx="1399200" cy="33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02" name="Google Shape;502;p54"/>
          <p:cNvSpPr/>
          <p:nvPr/>
        </p:nvSpPr>
        <p:spPr>
          <a:xfrm>
            <a:off x="1719175" y="4113375"/>
            <a:ext cx="1399200" cy="33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03" name="Google Shape;503;p54"/>
          <p:cNvSpPr txBox="1"/>
          <p:nvPr>
            <p:ph type="title"/>
          </p:nvPr>
        </p:nvSpPr>
        <p:spPr>
          <a:xfrm>
            <a:off x="228600" y="228600"/>
            <a:ext cx="7756200" cy="251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9144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400">
              <a:solidFill>
                <a:srgbClr val="E3E3E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>
                <a:solidFill>
                  <a:schemeClr val="lt1"/>
                </a:solidFill>
              </a:rPr>
              <a:t>	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04" name="Google Shape;504;p54"/>
          <p:cNvSpPr txBox="1"/>
          <p:nvPr>
            <p:ph idx="1" type="subTitle"/>
          </p:nvPr>
        </p:nvSpPr>
        <p:spPr>
          <a:xfrm>
            <a:off x="320625" y="228600"/>
            <a:ext cx="8179200" cy="1280400"/>
          </a:xfrm>
          <a:prstGeom prst="rect">
            <a:avLst/>
          </a:prstGeom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457200" lvl="0" marL="22860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E3E3E3"/>
                </a:solidFill>
                <a:latin typeface="Arial"/>
                <a:ea typeface="Arial"/>
                <a:cs typeface="Arial"/>
                <a:sym typeface="Arial"/>
              </a:rPr>
              <a:t>Online Retail - Data Analysis</a:t>
            </a:r>
            <a:endParaRPr sz="2300">
              <a:solidFill>
                <a:srgbClr val="E3E3E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22860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E3E3E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E3E3E3"/>
                </a:solidFill>
                <a:latin typeface="Arial"/>
                <a:ea typeface="Arial"/>
                <a:cs typeface="Arial"/>
                <a:sym typeface="Arial"/>
              </a:rPr>
              <a:t>Data Analysis</a:t>
            </a:r>
            <a:endParaRPr sz="1200">
              <a:solidFill>
                <a:srgbClr val="E3E3E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E3E3E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E3E3E3"/>
                </a:solidFill>
                <a:latin typeface="Arial"/>
                <a:ea typeface="Arial"/>
                <a:cs typeface="Arial"/>
                <a:sym typeface="Arial"/>
              </a:rPr>
              <a:t>APA REF; Chen, D. (2015). Online Retail [Dataset]. UCI Machine Learning Repository. </a:t>
            </a:r>
            <a:r>
              <a:rPr lang="en" sz="12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https://doi.org/10.24432/C5BW33</a:t>
            </a:r>
            <a:r>
              <a:rPr lang="en" sz="1200">
                <a:solidFill>
                  <a:srgbClr val="E3E3E3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200">
              <a:solidFill>
                <a:srgbClr val="E3E3E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E3E3E3"/>
                </a:solidFill>
                <a:latin typeface="Arial"/>
                <a:ea typeface="Arial"/>
                <a:cs typeface="Arial"/>
                <a:sym typeface="Arial"/>
              </a:rPr>
              <a:t>Data from = Online Retail Donated on 11/5/2015</a:t>
            </a:r>
            <a:endParaRPr sz="1200">
              <a:solidFill>
                <a:srgbClr val="E3E3E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E3E3E3"/>
                </a:solidFill>
                <a:latin typeface="Arial"/>
                <a:ea typeface="Arial"/>
                <a:cs typeface="Arial"/>
                <a:sym typeface="Arial"/>
              </a:rPr>
              <a:t>INFO:</a:t>
            </a:r>
            <a:endParaRPr sz="1200">
              <a:solidFill>
                <a:srgbClr val="E3E3E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E3E3E3"/>
                </a:solidFill>
                <a:latin typeface="Arial"/>
                <a:ea typeface="Arial"/>
                <a:cs typeface="Arial"/>
                <a:sym typeface="Arial"/>
              </a:rPr>
              <a:t>This is a transactional data set which contains all the transactions occurring between 01/12/2010 and 09/12/2011 for a UK-based and registered non-store online retail.</a:t>
            </a:r>
            <a:endParaRPr sz="1200">
              <a:solidFill>
                <a:srgbClr val="E3E3E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E3E3E3"/>
                </a:solidFill>
                <a:latin typeface="Arial"/>
                <a:ea typeface="Arial"/>
                <a:cs typeface="Arial"/>
                <a:sym typeface="Arial"/>
              </a:rPr>
              <a:t>Dataset Characteristics Multivariate, Sequential, Time-Series</a:t>
            </a:r>
            <a:endParaRPr sz="1200">
              <a:solidFill>
                <a:srgbClr val="E3E3E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E3E3E3"/>
                </a:solidFill>
                <a:latin typeface="Arial"/>
                <a:ea typeface="Arial"/>
                <a:cs typeface="Arial"/>
                <a:sym typeface="Arial"/>
              </a:rPr>
              <a:t>Subject Area Business</a:t>
            </a:r>
            <a:endParaRPr sz="1200">
              <a:solidFill>
                <a:srgbClr val="E3E3E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22860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E3E3E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505" name="Google Shape;505;p54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506" name="Google Shape;506;p54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Quarter Month</a:t>
            </a:r>
            <a:endParaRPr/>
          </a:p>
        </p:txBody>
      </p:sp>
      <p:sp>
        <p:nvSpPr>
          <p:cNvPr id="507" name="Google Shape;507;p54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55"/>
          <p:cNvSpPr/>
          <p:nvPr/>
        </p:nvSpPr>
        <p:spPr>
          <a:xfrm>
            <a:off x="228600" y="4113375"/>
            <a:ext cx="1399200" cy="33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13" name="Google Shape;513;p55"/>
          <p:cNvSpPr/>
          <p:nvPr/>
        </p:nvSpPr>
        <p:spPr>
          <a:xfrm>
            <a:off x="1719175" y="4113375"/>
            <a:ext cx="1399200" cy="33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14" name="Google Shape;514;p55"/>
          <p:cNvSpPr txBox="1"/>
          <p:nvPr>
            <p:ph type="title"/>
          </p:nvPr>
        </p:nvSpPr>
        <p:spPr>
          <a:xfrm>
            <a:off x="228600" y="228600"/>
            <a:ext cx="7756200" cy="251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9144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400">
              <a:solidFill>
                <a:srgbClr val="E3E3E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>
                <a:solidFill>
                  <a:schemeClr val="lt1"/>
                </a:solidFill>
              </a:rPr>
              <a:t>	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15" name="Google Shape;515;p55"/>
          <p:cNvSpPr txBox="1"/>
          <p:nvPr>
            <p:ph idx="1" type="subTitle"/>
          </p:nvPr>
        </p:nvSpPr>
        <p:spPr>
          <a:xfrm>
            <a:off x="320625" y="228600"/>
            <a:ext cx="8179200" cy="682800"/>
          </a:xfrm>
          <a:prstGeom prst="rect">
            <a:avLst/>
          </a:prstGeom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457200" lvl="0" marL="22860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E3E3E3"/>
                </a:solidFill>
                <a:latin typeface="Arial"/>
                <a:ea typeface="Arial"/>
                <a:cs typeface="Arial"/>
                <a:sym typeface="Arial"/>
              </a:rPr>
              <a:t>Online Retail - Data Analysis</a:t>
            </a:r>
            <a:endParaRPr sz="2300">
              <a:solidFill>
                <a:srgbClr val="E3E3E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22860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E3E3E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E3E3E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22860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E3E3E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516" name="Google Shape;516;p55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517" name="Google Shape;517;p55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Quarter Month</a:t>
            </a:r>
            <a:endParaRPr/>
          </a:p>
        </p:txBody>
      </p:sp>
      <p:sp>
        <p:nvSpPr>
          <p:cNvPr id="518" name="Google Shape;518;p55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</a:t>
            </a:r>
            <a:endParaRPr/>
          </a:p>
        </p:txBody>
      </p:sp>
      <p:pic>
        <p:nvPicPr>
          <p:cNvPr id="519" name="Google Shape;519;p55" title="WhatsApp Image 2026-09-26 at 13.58.22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625" y="689950"/>
            <a:ext cx="8179251" cy="399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56"/>
          <p:cNvSpPr/>
          <p:nvPr/>
        </p:nvSpPr>
        <p:spPr>
          <a:xfrm>
            <a:off x="228600" y="4113375"/>
            <a:ext cx="1399200" cy="33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25" name="Google Shape;525;p56"/>
          <p:cNvSpPr/>
          <p:nvPr/>
        </p:nvSpPr>
        <p:spPr>
          <a:xfrm>
            <a:off x="1719175" y="4113375"/>
            <a:ext cx="1399200" cy="33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26" name="Google Shape;526;p56"/>
          <p:cNvSpPr txBox="1"/>
          <p:nvPr>
            <p:ph type="title"/>
          </p:nvPr>
        </p:nvSpPr>
        <p:spPr>
          <a:xfrm>
            <a:off x="228600" y="228600"/>
            <a:ext cx="7756200" cy="251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9144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400">
              <a:solidFill>
                <a:srgbClr val="E3E3E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>
                <a:solidFill>
                  <a:schemeClr val="lt1"/>
                </a:solidFill>
              </a:rPr>
              <a:t>	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27" name="Google Shape;527;p56"/>
          <p:cNvSpPr txBox="1"/>
          <p:nvPr>
            <p:ph idx="1" type="subTitle"/>
          </p:nvPr>
        </p:nvSpPr>
        <p:spPr>
          <a:xfrm>
            <a:off x="320625" y="228600"/>
            <a:ext cx="8179200" cy="682800"/>
          </a:xfrm>
          <a:prstGeom prst="rect">
            <a:avLst/>
          </a:prstGeom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457200" lvl="0" marL="22860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E3E3E3"/>
                </a:solidFill>
                <a:latin typeface="Arial"/>
                <a:ea typeface="Arial"/>
                <a:cs typeface="Arial"/>
                <a:sym typeface="Arial"/>
              </a:rPr>
              <a:t>Online Retail - Data Analysis</a:t>
            </a:r>
            <a:endParaRPr sz="2300">
              <a:solidFill>
                <a:srgbClr val="E3E3E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22860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E3E3E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E3E3E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76200" rtl="0" algn="l">
              <a:lnSpc>
                <a:spcPct val="135714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df.columns</a:t>
            </a:r>
            <a:endParaRPr sz="105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3E3E3"/>
                </a:solidFill>
                <a:latin typeface="Courier New"/>
                <a:ea typeface="Courier New"/>
                <a:cs typeface="Courier New"/>
                <a:sym typeface="Courier New"/>
              </a:rPr>
              <a:t>Index(['InvoiceNo', 'StockCode', 'Description', 'Quantity', 'InvoiceDate',</a:t>
            </a:r>
            <a:endParaRPr sz="1000">
              <a:solidFill>
                <a:srgbClr val="E3E3E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3E3E3"/>
                </a:solidFill>
                <a:latin typeface="Courier New"/>
                <a:ea typeface="Courier New"/>
                <a:cs typeface="Courier New"/>
                <a:sym typeface="Courier New"/>
              </a:rPr>
              <a:t>'UnitPrice', 'CustomerID', 'Country'],</a:t>
            </a:r>
            <a:endParaRPr sz="1000">
              <a:solidFill>
                <a:srgbClr val="E3E3E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127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3E3E3"/>
                </a:solidFill>
                <a:latin typeface="Courier New"/>
                <a:ea typeface="Courier New"/>
                <a:cs typeface="Courier New"/>
                <a:sym typeface="Courier New"/>
              </a:rPr>
              <a:t>dtype='object')</a:t>
            </a:r>
            <a:endParaRPr sz="1000">
              <a:solidFill>
                <a:srgbClr val="E3E3E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22860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E3E3E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528" name="Google Shape;528;p56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529" name="Google Shape;529;p56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Quarter Month</a:t>
            </a:r>
            <a:endParaRPr/>
          </a:p>
        </p:txBody>
      </p:sp>
      <p:sp>
        <p:nvSpPr>
          <p:cNvPr id="530" name="Google Shape;530;p56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57"/>
          <p:cNvSpPr/>
          <p:nvPr/>
        </p:nvSpPr>
        <p:spPr>
          <a:xfrm>
            <a:off x="228600" y="4113375"/>
            <a:ext cx="1399200" cy="33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36" name="Google Shape;536;p57"/>
          <p:cNvSpPr/>
          <p:nvPr/>
        </p:nvSpPr>
        <p:spPr>
          <a:xfrm>
            <a:off x="1719175" y="4113375"/>
            <a:ext cx="1399200" cy="33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37" name="Google Shape;537;p57"/>
          <p:cNvSpPr txBox="1"/>
          <p:nvPr>
            <p:ph type="title"/>
          </p:nvPr>
        </p:nvSpPr>
        <p:spPr>
          <a:xfrm>
            <a:off x="228600" y="228600"/>
            <a:ext cx="7756200" cy="251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9144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400">
              <a:solidFill>
                <a:srgbClr val="E3E3E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>
                <a:solidFill>
                  <a:schemeClr val="lt1"/>
                </a:solidFill>
              </a:rPr>
              <a:t>	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38" name="Google Shape;538;p57"/>
          <p:cNvSpPr txBox="1"/>
          <p:nvPr>
            <p:ph idx="1" type="subTitle"/>
          </p:nvPr>
        </p:nvSpPr>
        <p:spPr>
          <a:xfrm>
            <a:off x="320625" y="228600"/>
            <a:ext cx="8179200" cy="682800"/>
          </a:xfrm>
          <a:prstGeom prst="rect">
            <a:avLst/>
          </a:prstGeom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457200" lvl="0" marL="22860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E3E3E3"/>
                </a:solidFill>
                <a:latin typeface="Arial"/>
                <a:ea typeface="Arial"/>
                <a:cs typeface="Arial"/>
                <a:sym typeface="Arial"/>
              </a:rPr>
              <a:t>Online Retail - Data Analysis</a:t>
            </a:r>
            <a:endParaRPr sz="2300">
              <a:solidFill>
                <a:srgbClr val="E3E3E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22860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E3E3E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E3E3E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22860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E3E3E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539" name="Google Shape;539;p57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540" name="Google Shape;540;p57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Quarter Month</a:t>
            </a:r>
            <a:endParaRPr/>
          </a:p>
        </p:txBody>
      </p:sp>
      <p:sp>
        <p:nvSpPr>
          <p:cNvPr id="541" name="Google Shape;541;p57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</a:t>
            </a:r>
            <a:endParaRPr/>
          </a:p>
        </p:txBody>
      </p:sp>
      <p:pic>
        <p:nvPicPr>
          <p:cNvPr id="542" name="Google Shape;542;p57" title="WhatsApp Image 2026-09-26 at 14.02.30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373" y="1040274"/>
            <a:ext cx="2294701" cy="35068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58"/>
          <p:cNvSpPr/>
          <p:nvPr/>
        </p:nvSpPr>
        <p:spPr>
          <a:xfrm>
            <a:off x="228600" y="4113375"/>
            <a:ext cx="1399200" cy="33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48" name="Google Shape;548;p58"/>
          <p:cNvSpPr/>
          <p:nvPr/>
        </p:nvSpPr>
        <p:spPr>
          <a:xfrm>
            <a:off x="1719175" y="4113375"/>
            <a:ext cx="1399200" cy="33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49" name="Google Shape;549;p58"/>
          <p:cNvSpPr txBox="1"/>
          <p:nvPr>
            <p:ph type="title"/>
          </p:nvPr>
        </p:nvSpPr>
        <p:spPr>
          <a:xfrm>
            <a:off x="228600" y="228600"/>
            <a:ext cx="7756200" cy="251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9144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400">
              <a:solidFill>
                <a:srgbClr val="E3E3E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>
                <a:solidFill>
                  <a:schemeClr val="lt1"/>
                </a:solidFill>
              </a:rPr>
              <a:t>	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50" name="Google Shape;550;p58"/>
          <p:cNvSpPr txBox="1"/>
          <p:nvPr>
            <p:ph idx="1" type="subTitle"/>
          </p:nvPr>
        </p:nvSpPr>
        <p:spPr>
          <a:xfrm>
            <a:off x="320625" y="228600"/>
            <a:ext cx="8179200" cy="438600"/>
          </a:xfrm>
          <a:prstGeom prst="rect">
            <a:avLst/>
          </a:prstGeom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457200" lvl="0" marL="22860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E3E3E3"/>
                </a:solidFill>
                <a:latin typeface="Arial"/>
                <a:ea typeface="Arial"/>
                <a:cs typeface="Arial"/>
                <a:sym typeface="Arial"/>
              </a:rPr>
              <a:t>Online Retail - Data Analysis</a:t>
            </a:r>
            <a:endParaRPr sz="2300">
              <a:solidFill>
                <a:srgbClr val="E3E3E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22860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E3E3E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E3E3E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22860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E3E3E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551" name="Google Shape;551;p58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552" name="Google Shape;552;p58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Quarter Month</a:t>
            </a:r>
            <a:endParaRPr/>
          </a:p>
        </p:txBody>
      </p:sp>
      <p:sp>
        <p:nvSpPr>
          <p:cNvPr id="553" name="Google Shape;553;p58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</a:t>
            </a:r>
            <a:endParaRPr/>
          </a:p>
        </p:txBody>
      </p:sp>
      <p:pic>
        <p:nvPicPr>
          <p:cNvPr id="554" name="Google Shape;554;p58" title="WhatsApp Image 2026-09-26 at 14.24.34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974999"/>
            <a:ext cx="3560175" cy="3525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5" name="Google Shape;555;p58" title="WhatsApp Image 2026-09-26 at 14.33.52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12800" y="950750"/>
            <a:ext cx="3287025" cy="3525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59"/>
          <p:cNvSpPr/>
          <p:nvPr/>
        </p:nvSpPr>
        <p:spPr>
          <a:xfrm>
            <a:off x="228600" y="4113375"/>
            <a:ext cx="1399200" cy="33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61" name="Google Shape;561;p59"/>
          <p:cNvSpPr/>
          <p:nvPr/>
        </p:nvSpPr>
        <p:spPr>
          <a:xfrm>
            <a:off x="1719175" y="4113375"/>
            <a:ext cx="1399200" cy="33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62" name="Google Shape;562;p59"/>
          <p:cNvSpPr txBox="1"/>
          <p:nvPr>
            <p:ph type="title"/>
          </p:nvPr>
        </p:nvSpPr>
        <p:spPr>
          <a:xfrm>
            <a:off x="228600" y="228600"/>
            <a:ext cx="7756200" cy="251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9144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400">
              <a:solidFill>
                <a:srgbClr val="E3E3E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>
                <a:solidFill>
                  <a:schemeClr val="lt1"/>
                </a:solidFill>
              </a:rPr>
              <a:t>	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63" name="Google Shape;563;p59"/>
          <p:cNvSpPr txBox="1"/>
          <p:nvPr>
            <p:ph idx="1" type="subTitle"/>
          </p:nvPr>
        </p:nvSpPr>
        <p:spPr>
          <a:xfrm>
            <a:off x="320625" y="228600"/>
            <a:ext cx="8179200" cy="438600"/>
          </a:xfrm>
          <a:prstGeom prst="rect">
            <a:avLst/>
          </a:prstGeom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457200" lvl="0" marL="22860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E3E3E3"/>
                </a:solidFill>
                <a:latin typeface="Arial"/>
                <a:ea typeface="Arial"/>
                <a:cs typeface="Arial"/>
                <a:sym typeface="Arial"/>
              </a:rPr>
              <a:t>Online Retail - Data Analysis</a:t>
            </a:r>
            <a:endParaRPr sz="2300">
              <a:solidFill>
                <a:srgbClr val="E3E3E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22860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E3E3E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E3E3E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22860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E3E3E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564" name="Google Shape;564;p59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565" name="Google Shape;565;p59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Quarter Month</a:t>
            </a:r>
            <a:endParaRPr/>
          </a:p>
        </p:txBody>
      </p:sp>
      <p:sp>
        <p:nvSpPr>
          <p:cNvPr id="566" name="Google Shape;566;p59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</a:t>
            </a:r>
            <a:endParaRPr/>
          </a:p>
        </p:txBody>
      </p:sp>
      <p:pic>
        <p:nvPicPr>
          <p:cNvPr id="567" name="Google Shape;567;p59" title="WhatsApp Image 2026-09-26 at 14.25.29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624" y="761150"/>
            <a:ext cx="7077661" cy="3914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60"/>
          <p:cNvSpPr/>
          <p:nvPr/>
        </p:nvSpPr>
        <p:spPr>
          <a:xfrm>
            <a:off x="228600" y="4113375"/>
            <a:ext cx="1399200" cy="33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73" name="Google Shape;573;p60"/>
          <p:cNvSpPr/>
          <p:nvPr/>
        </p:nvSpPr>
        <p:spPr>
          <a:xfrm>
            <a:off x="1719175" y="4113375"/>
            <a:ext cx="1399200" cy="33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74" name="Google Shape;574;p60"/>
          <p:cNvSpPr txBox="1"/>
          <p:nvPr>
            <p:ph type="title"/>
          </p:nvPr>
        </p:nvSpPr>
        <p:spPr>
          <a:xfrm>
            <a:off x="228600" y="228600"/>
            <a:ext cx="7756200" cy="251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9144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400">
              <a:solidFill>
                <a:srgbClr val="E3E3E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>
                <a:solidFill>
                  <a:schemeClr val="lt1"/>
                </a:solidFill>
              </a:rPr>
              <a:t>	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75" name="Google Shape;575;p60"/>
          <p:cNvSpPr txBox="1"/>
          <p:nvPr>
            <p:ph idx="1" type="subTitle"/>
          </p:nvPr>
        </p:nvSpPr>
        <p:spPr>
          <a:xfrm>
            <a:off x="320625" y="228600"/>
            <a:ext cx="8179200" cy="438600"/>
          </a:xfrm>
          <a:prstGeom prst="rect">
            <a:avLst/>
          </a:prstGeom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457200" lvl="0" marL="22860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E3E3E3"/>
                </a:solidFill>
                <a:latin typeface="Arial"/>
                <a:ea typeface="Arial"/>
                <a:cs typeface="Arial"/>
                <a:sym typeface="Arial"/>
              </a:rPr>
              <a:t>Online Retail - Data Analysis</a:t>
            </a:r>
            <a:endParaRPr sz="2300">
              <a:solidFill>
                <a:srgbClr val="E3E3E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22860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E3E3E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E3E3E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22860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E3E3E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576" name="Google Shape;576;p60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577" name="Google Shape;577;p60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Quarter Month</a:t>
            </a:r>
            <a:endParaRPr/>
          </a:p>
        </p:txBody>
      </p:sp>
      <p:sp>
        <p:nvSpPr>
          <p:cNvPr id="578" name="Google Shape;578;p60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</a:t>
            </a:r>
            <a:endParaRPr/>
          </a:p>
        </p:txBody>
      </p:sp>
      <p:pic>
        <p:nvPicPr>
          <p:cNvPr id="579" name="Google Shape;579;p60" title="WhatsApp Image 2026-09-26 at 14.27.02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625" y="945275"/>
            <a:ext cx="8179200" cy="35272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61"/>
          <p:cNvSpPr/>
          <p:nvPr/>
        </p:nvSpPr>
        <p:spPr>
          <a:xfrm>
            <a:off x="228600" y="4113375"/>
            <a:ext cx="1399200" cy="33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85" name="Google Shape;585;p61"/>
          <p:cNvSpPr/>
          <p:nvPr/>
        </p:nvSpPr>
        <p:spPr>
          <a:xfrm>
            <a:off x="1719175" y="4113375"/>
            <a:ext cx="1399200" cy="33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86" name="Google Shape;586;p61"/>
          <p:cNvSpPr txBox="1"/>
          <p:nvPr>
            <p:ph type="title"/>
          </p:nvPr>
        </p:nvSpPr>
        <p:spPr>
          <a:xfrm>
            <a:off x="228600" y="228600"/>
            <a:ext cx="7756200" cy="251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9144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400">
              <a:solidFill>
                <a:srgbClr val="E3E3E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>
                <a:solidFill>
                  <a:schemeClr val="lt1"/>
                </a:solidFill>
              </a:rPr>
              <a:t>	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87" name="Google Shape;587;p61"/>
          <p:cNvSpPr txBox="1"/>
          <p:nvPr>
            <p:ph idx="1" type="subTitle"/>
          </p:nvPr>
        </p:nvSpPr>
        <p:spPr>
          <a:xfrm>
            <a:off x="320625" y="228600"/>
            <a:ext cx="8179200" cy="438600"/>
          </a:xfrm>
          <a:prstGeom prst="rect">
            <a:avLst/>
          </a:prstGeom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457200" lvl="0" marL="22860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E3E3E3"/>
                </a:solidFill>
                <a:latin typeface="Arial"/>
                <a:ea typeface="Arial"/>
                <a:cs typeface="Arial"/>
                <a:sym typeface="Arial"/>
              </a:rPr>
              <a:t>Online Retail - Data Analysis</a:t>
            </a:r>
            <a:endParaRPr sz="2300">
              <a:solidFill>
                <a:srgbClr val="E3E3E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22860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E3E3E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E3E3E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22860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E3E3E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588" name="Google Shape;588;p61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589" name="Google Shape;589;p61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Quarter Month</a:t>
            </a:r>
            <a:endParaRPr/>
          </a:p>
        </p:txBody>
      </p:sp>
      <p:sp>
        <p:nvSpPr>
          <p:cNvPr id="590" name="Google Shape;590;p61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</a:t>
            </a:r>
            <a:endParaRPr/>
          </a:p>
        </p:txBody>
      </p:sp>
      <p:pic>
        <p:nvPicPr>
          <p:cNvPr id="591" name="Google Shape;591;p61" title="WhatsApp Image 2026-09-26 at 14.27.32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625" y="748091"/>
            <a:ext cx="6538576" cy="36676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62"/>
          <p:cNvSpPr/>
          <p:nvPr/>
        </p:nvSpPr>
        <p:spPr>
          <a:xfrm>
            <a:off x="228600" y="4113375"/>
            <a:ext cx="1399200" cy="33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97" name="Google Shape;597;p62"/>
          <p:cNvSpPr/>
          <p:nvPr/>
        </p:nvSpPr>
        <p:spPr>
          <a:xfrm>
            <a:off x="1719175" y="4113375"/>
            <a:ext cx="1399200" cy="33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98" name="Google Shape;598;p62"/>
          <p:cNvSpPr txBox="1"/>
          <p:nvPr>
            <p:ph type="title"/>
          </p:nvPr>
        </p:nvSpPr>
        <p:spPr>
          <a:xfrm>
            <a:off x="228600" y="228600"/>
            <a:ext cx="7756200" cy="251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9144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400">
              <a:solidFill>
                <a:srgbClr val="E3E3E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>
                <a:solidFill>
                  <a:schemeClr val="lt1"/>
                </a:solidFill>
              </a:rPr>
              <a:t>	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99" name="Google Shape;599;p62"/>
          <p:cNvSpPr txBox="1"/>
          <p:nvPr>
            <p:ph idx="1" type="subTitle"/>
          </p:nvPr>
        </p:nvSpPr>
        <p:spPr>
          <a:xfrm>
            <a:off x="320625" y="228600"/>
            <a:ext cx="8179200" cy="438600"/>
          </a:xfrm>
          <a:prstGeom prst="rect">
            <a:avLst/>
          </a:prstGeom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457200" lvl="0" marL="22860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E3E3E3"/>
                </a:solidFill>
                <a:latin typeface="Arial"/>
                <a:ea typeface="Arial"/>
                <a:cs typeface="Arial"/>
                <a:sym typeface="Arial"/>
              </a:rPr>
              <a:t>Online Retail - Data Analysis</a:t>
            </a:r>
            <a:endParaRPr sz="2300">
              <a:solidFill>
                <a:srgbClr val="E3E3E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22860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E3E3E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E3E3E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22860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E3E3E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600" name="Google Shape;600;p62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601" name="Google Shape;601;p62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Quarter Month</a:t>
            </a:r>
            <a:endParaRPr/>
          </a:p>
        </p:txBody>
      </p:sp>
      <p:sp>
        <p:nvSpPr>
          <p:cNvPr id="602" name="Google Shape;602;p62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</a:t>
            </a:r>
            <a:endParaRPr/>
          </a:p>
        </p:txBody>
      </p:sp>
      <p:pic>
        <p:nvPicPr>
          <p:cNvPr id="603" name="Google Shape;603;p62" title="WhatsApp Image 2026-09-26 at 14.28.02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625" y="749275"/>
            <a:ext cx="8129667" cy="3702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63"/>
          <p:cNvSpPr/>
          <p:nvPr/>
        </p:nvSpPr>
        <p:spPr>
          <a:xfrm>
            <a:off x="228600" y="4113375"/>
            <a:ext cx="1399200" cy="33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09" name="Google Shape;609;p63"/>
          <p:cNvSpPr/>
          <p:nvPr/>
        </p:nvSpPr>
        <p:spPr>
          <a:xfrm>
            <a:off x="1719175" y="4113375"/>
            <a:ext cx="1399200" cy="33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10" name="Google Shape;610;p63"/>
          <p:cNvSpPr txBox="1"/>
          <p:nvPr>
            <p:ph type="title"/>
          </p:nvPr>
        </p:nvSpPr>
        <p:spPr>
          <a:xfrm>
            <a:off x="228600" y="228600"/>
            <a:ext cx="7756200" cy="251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9144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400">
              <a:solidFill>
                <a:srgbClr val="E3E3E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>
                <a:solidFill>
                  <a:schemeClr val="lt1"/>
                </a:solidFill>
              </a:rPr>
              <a:t>	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11" name="Google Shape;611;p63"/>
          <p:cNvSpPr txBox="1"/>
          <p:nvPr>
            <p:ph idx="1" type="subTitle"/>
          </p:nvPr>
        </p:nvSpPr>
        <p:spPr>
          <a:xfrm>
            <a:off x="320625" y="228600"/>
            <a:ext cx="8179200" cy="438600"/>
          </a:xfrm>
          <a:prstGeom prst="rect">
            <a:avLst/>
          </a:prstGeom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457200" lvl="0" marL="22860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E3E3E3"/>
                </a:solidFill>
                <a:latin typeface="Arial"/>
                <a:ea typeface="Arial"/>
                <a:cs typeface="Arial"/>
                <a:sym typeface="Arial"/>
              </a:rPr>
              <a:t>Online Retail - Data Analysis</a:t>
            </a:r>
            <a:endParaRPr sz="2300">
              <a:solidFill>
                <a:srgbClr val="E3E3E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22860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E3E3E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E3E3E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22860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E3E3E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612" name="Google Shape;612;p63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613" name="Google Shape;613;p63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Quarter Month</a:t>
            </a:r>
            <a:endParaRPr/>
          </a:p>
        </p:txBody>
      </p:sp>
      <p:sp>
        <p:nvSpPr>
          <p:cNvPr id="614" name="Google Shape;614;p63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</a:t>
            </a:r>
            <a:endParaRPr/>
          </a:p>
        </p:txBody>
      </p:sp>
      <p:pic>
        <p:nvPicPr>
          <p:cNvPr id="615" name="Google Shape;615;p63" title="WhatsApp Image 2026-09-26 at 14.44.04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630" y="667200"/>
            <a:ext cx="6887546" cy="4008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64"/>
          <p:cNvSpPr/>
          <p:nvPr/>
        </p:nvSpPr>
        <p:spPr>
          <a:xfrm>
            <a:off x="228600" y="4113375"/>
            <a:ext cx="1399200" cy="33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21" name="Google Shape;621;p64"/>
          <p:cNvSpPr/>
          <p:nvPr/>
        </p:nvSpPr>
        <p:spPr>
          <a:xfrm>
            <a:off x="1719175" y="4113375"/>
            <a:ext cx="1399200" cy="33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22" name="Google Shape;622;p64"/>
          <p:cNvSpPr txBox="1"/>
          <p:nvPr>
            <p:ph type="title"/>
          </p:nvPr>
        </p:nvSpPr>
        <p:spPr>
          <a:xfrm>
            <a:off x="228600" y="228600"/>
            <a:ext cx="7756200" cy="251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9144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400">
              <a:solidFill>
                <a:srgbClr val="E3E3E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>
                <a:solidFill>
                  <a:schemeClr val="lt1"/>
                </a:solidFill>
              </a:rPr>
              <a:t>	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23" name="Google Shape;623;p64"/>
          <p:cNvSpPr txBox="1"/>
          <p:nvPr>
            <p:ph idx="1" type="subTitle"/>
          </p:nvPr>
        </p:nvSpPr>
        <p:spPr>
          <a:xfrm>
            <a:off x="320625" y="237900"/>
            <a:ext cx="8179200" cy="438600"/>
          </a:xfrm>
          <a:prstGeom prst="rect">
            <a:avLst/>
          </a:prstGeom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457200" lvl="0" marL="22860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E3E3E3"/>
                </a:solidFill>
                <a:latin typeface="Arial"/>
                <a:ea typeface="Arial"/>
                <a:cs typeface="Arial"/>
                <a:sym typeface="Arial"/>
              </a:rPr>
              <a:t>Online Retail - Data Analysis: </a:t>
            </a:r>
            <a:endParaRPr sz="2300">
              <a:solidFill>
                <a:srgbClr val="E3E3E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22860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82B76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22860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82B76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# Creating data</a:t>
            </a:r>
            <a:endParaRPr sz="1050">
              <a:solidFill>
                <a:srgbClr val="82B76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" sz="10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'TotalSales'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r>
              <a:rPr lang="en" sz="10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 = df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" sz="10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'Quantity'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r>
              <a:rPr lang="en" sz="10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 * df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" sz="10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'UnitPrice'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1050">
              <a:solidFill>
                <a:srgbClr val="DCDCD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D4D4D4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top10 = 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endParaRPr sz="1050">
              <a:solidFill>
                <a:srgbClr val="DCDCD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   df.groupby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'Country'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" sz="10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.agg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({</a:t>
            </a:r>
            <a:endParaRPr sz="1050">
              <a:solidFill>
                <a:srgbClr val="DCDCD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10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'Quantity'</a:t>
            </a:r>
            <a:r>
              <a:rPr lang="en" sz="10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'sum'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050">
              <a:solidFill>
                <a:srgbClr val="DCDCD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10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'UnitPrice'</a:t>
            </a:r>
            <a:r>
              <a:rPr lang="en" sz="10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'mean'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050">
              <a:solidFill>
                <a:srgbClr val="DCDCD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10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'TotalSales'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'sum'</a:t>
            </a:r>
            <a:endParaRPr sz="1050">
              <a:solidFill>
                <a:srgbClr val="CE9178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})</a:t>
            </a:r>
            <a:endParaRPr sz="1050">
              <a:solidFill>
                <a:srgbClr val="DCDCD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   .sort_values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'TotalSales'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10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 ascending=</a:t>
            </a:r>
            <a:r>
              <a:rPr lang="en" sz="1050">
                <a:solidFill>
                  <a:srgbClr val="569CD6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DCDCD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   .head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50">
                <a:solidFill>
                  <a:srgbClr val="B5CEA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DCDCD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DCDCD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22860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E3E3E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22860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E3E3E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E3E3E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22860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E3E3E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624" name="Google Shape;624;p64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625" name="Google Shape;625;p64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Quarter Month</a:t>
            </a:r>
            <a:endParaRPr/>
          </a:p>
        </p:txBody>
      </p:sp>
      <p:sp>
        <p:nvSpPr>
          <p:cNvPr id="626" name="Google Shape;626;p64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65"/>
          <p:cNvSpPr/>
          <p:nvPr/>
        </p:nvSpPr>
        <p:spPr>
          <a:xfrm>
            <a:off x="228600" y="4113375"/>
            <a:ext cx="1399200" cy="33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32" name="Google Shape;632;p65"/>
          <p:cNvSpPr/>
          <p:nvPr/>
        </p:nvSpPr>
        <p:spPr>
          <a:xfrm>
            <a:off x="1719175" y="4113375"/>
            <a:ext cx="1399200" cy="33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33" name="Google Shape;633;p65"/>
          <p:cNvSpPr txBox="1"/>
          <p:nvPr>
            <p:ph type="title"/>
          </p:nvPr>
        </p:nvSpPr>
        <p:spPr>
          <a:xfrm>
            <a:off x="228600" y="228600"/>
            <a:ext cx="7756200" cy="251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9144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400">
              <a:solidFill>
                <a:srgbClr val="E3E3E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>
                <a:solidFill>
                  <a:schemeClr val="lt1"/>
                </a:solidFill>
              </a:rPr>
              <a:t>	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34" name="Google Shape;634;p65"/>
          <p:cNvSpPr txBox="1"/>
          <p:nvPr>
            <p:ph idx="1" type="subTitle"/>
          </p:nvPr>
        </p:nvSpPr>
        <p:spPr>
          <a:xfrm>
            <a:off x="320625" y="228600"/>
            <a:ext cx="8179200" cy="438600"/>
          </a:xfrm>
          <a:prstGeom prst="rect">
            <a:avLst/>
          </a:prstGeom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457200" lvl="0" marL="22860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E3E3E3"/>
                </a:solidFill>
                <a:latin typeface="Arial"/>
                <a:ea typeface="Arial"/>
                <a:cs typeface="Arial"/>
                <a:sym typeface="Arial"/>
              </a:rPr>
              <a:t>Online Retail - Data Analysis</a:t>
            </a:r>
            <a:endParaRPr sz="2300">
              <a:solidFill>
                <a:srgbClr val="E3E3E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22860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E3E3E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E3E3E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22860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E3E3E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635" name="Google Shape;635;p65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636" name="Google Shape;636;p65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Quarter Month</a:t>
            </a:r>
            <a:endParaRPr/>
          </a:p>
        </p:txBody>
      </p:sp>
      <p:sp>
        <p:nvSpPr>
          <p:cNvPr id="637" name="Google Shape;637;p65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</a:t>
            </a:r>
            <a:endParaRPr/>
          </a:p>
        </p:txBody>
      </p:sp>
      <p:pic>
        <p:nvPicPr>
          <p:cNvPr id="638" name="Google Shape;638;p65" title="WhatsApp Image 2026-09-26 at 14.29.22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8375" y="1177800"/>
            <a:ext cx="8179200" cy="28818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66"/>
          <p:cNvSpPr/>
          <p:nvPr/>
        </p:nvSpPr>
        <p:spPr>
          <a:xfrm>
            <a:off x="228600" y="4113375"/>
            <a:ext cx="1399200" cy="33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44" name="Google Shape;644;p66"/>
          <p:cNvSpPr/>
          <p:nvPr/>
        </p:nvSpPr>
        <p:spPr>
          <a:xfrm>
            <a:off x="1719175" y="4113375"/>
            <a:ext cx="1399200" cy="33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45" name="Google Shape;645;p66"/>
          <p:cNvSpPr txBox="1"/>
          <p:nvPr>
            <p:ph type="title"/>
          </p:nvPr>
        </p:nvSpPr>
        <p:spPr>
          <a:xfrm>
            <a:off x="228600" y="228600"/>
            <a:ext cx="7756200" cy="251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9144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400">
              <a:solidFill>
                <a:srgbClr val="E3E3E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>
                <a:solidFill>
                  <a:schemeClr val="lt1"/>
                </a:solidFill>
              </a:rPr>
              <a:t>	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46" name="Google Shape;646;p66"/>
          <p:cNvSpPr txBox="1"/>
          <p:nvPr>
            <p:ph idx="1" type="subTitle"/>
          </p:nvPr>
        </p:nvSpPr>
        <p:spPr>
          <a:xfrm>
            <a:off x="320625" y="228600"/>
            <a:ext cx="8179200" cy="829500"/>
          </a:xfrm>
          <a:prstGeom prst="rect">
            <a:avLst/>
          </a:prstGeom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RECOMMENDATIONS FOR SALES STRATEGY</a:t>
            </a:r>
            <a:endParaRPr sz="2300">
              <a:solidFill>
                <a:srgbClr val="E3E3E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22860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E3E3E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E3E3E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AutoNum type="arabicPeriod"/>
            </a:pPr>
            <a:r>
              <a:rPr b="1"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Maintain UK Focus</a:t>
            </a:r>
            <a:r>
              <a:rPr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while optimizing high-margin products</a:t>
            </a:r>
            <a:endParaRPr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AutoNum type="arabicPeriod"/>
            </a:pPr>
            <a:r>
              <a:rPr b="1"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Expand European Market</a:t>
            </a:r>
            <a:r>
              <a:rPr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— Netherlands, Germany, France show growing demand</a:t>
            </a:r>
            <a:endParaRPr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AutoNum type="arabicPeriod"/>
            </a:pPr>
            <a:r>
              <a:rPr b="1"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Develop Product Bundles</a:t>
            </a:r>
            <a:r>
              <a:rPr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tailored to regional preferences</a:t>
            </a:r>
            <a:endParaRPr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AutoNum type="arabicPeriod"/>
            </a:pPr>
            <a:r>
              <a:rPr b="1"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Track Product Seasonality</a:t>
            </a:r>
            <a:r>
              <a:rPr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— gift items may spike at specific times of year</a:t>
            </a:r>
            <a:endParaRPr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E3E3E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647" name="Google Shape;647;p66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648" name="Google Shape;648;p66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Quarter Month</a:t>
            </a:r>
            <a:endParaRPr/>
          </a:p>
        </p:txBody>
      </p:sp>
      <p:sp>
        <p:nvSpPr>
          <p:cNvPr id="649" name="Google Shape;649;p66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FC5E8"/>
        </a:solidFill>
      </p:bgPr>
    </p:bg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67"/>
          <p:cNvSpPr/>
          <p:nvPr/>
        </p:nvSpPr>
        <p:spPr>
          <a:xfrm>
            <a:off x="228600" y="4113375"/>
            <a:ext cx="1399200" cy="33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55" name="Google Shape;655;p67"/>
          <p:cNvSpPr/>
          <p:nvPr/>
        </p:nvSpPr>
        <p:spPr>
          <a:xfrm>
            <a:off x="1719175" y="4113375"/>
            <a:ext cx="1399200" cy="33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56" name="Google Shape;656;p67"/>
          <p:cNvSpPr txBox="1"/>
          <p:nvPr>
            <p:ph type="title"/>
          </p:nvPr>
        </p:nvSpPr>
        <p:spPr>
          <a:xfrm>
            <a:off x="228600" y="228600"/>
            <a:ext cx="7756200" cy="251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9144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400">
              <a:solidFill>
                <a:srgbClr val="E3E3E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>
                <a:solidFill>
                  <a:schemeClr val="lt1"/>
                </a:solidFill>
              </a:rPr>
              <a:t>	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57" name="Google Shape;657;p67"/>
          <p:cNvSpPr txBox="1"/>
          <p:nvPr>
            <p:ph idx="1" type="subTitle"/>
          </p:nvPr>
        </p:nvSpPr>
        <p:spPr>
          <a:xfrm>
            <a:off x="320625" y="228600"/>
            <a:ext cx="8179200" cy="829500"/>
          </a:xfrm>
          <a:prstGeom prst="rect">
            <a:avLst/>
          </a:prstGeom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REFERENCES</a:t>
            </a:r>
            <a:endParaRPr sz="2300">
              <a:solidFill>
                <a:srgbClr val="E3E3E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22860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E3E3E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E3E3E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E3E3E3"/>
                </a:solidFill>
                <a:latin typeface="Arial"/>
                <a:ea typeface="Arial"/>
                <a:cs typeface="Arial"/>
                <a:sym typeface="Arial"/>
              </a:rPr>
              <a:t>DATA ANALYSIS AND DATA SCIENCE LA GUARDIA COMMUNITY COLLEGUE NEW YORK</a:t>
            </a:r>
            <a:endParaRPr sz="1200">
              <a:solidFill>
                <a:srgbClr val="E3E3E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E3E3E3"/>
                </a:solidFill>
                <a:latin typeface="Arial"/>
                <a:ea typeface="Arial"/>
                <a:cs typeface="Arial"/>
                <a:sym typeface="Arial"/>
              </a:rPr>
              <a:t>Online Retail - Data Analysis</a:t>
            </a:r>
            <a:endParaRPr sz="1200">
              <a:solidFill>
                <a:srgbClr val="E3E3E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E3E3E3"/>
                </a:solidFill>
                <a:latin typeface="Arial"/>
                <a:ea typeface="Arial"/>
                <a:cs typeface="Arial"/>
                <a:sym typeface="Arial"/>
              </a:rPr>
              <a:t>APA REF; Chen, D. (2015). Online Retail [Dataset]. UCI Machine Learning Repository. </a:t>
            </a:r>
            <a:r>
              <a:rPr lang="en" sz="12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https://doi.org/10.24432/C5BW33</a:t>
            </a:r>
            <a:r>
              <a:rPr lang="en" sz="1200">
                <a:solidFill>
                  <a:srgbClr val="E3E3E3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200">
              <a:solidFill>
                <a:srgbClr val="E3E3E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E3E3E3"/>
                </a:solidFill>
                <a:latin typeface="Arial"/>
                <a:ea typeface="Arial"/>
                <a:cs typeface="Arial"/>
                <a:sym typeface="Arial"/>
              </a:rPr>
              <a:t>Data from = </a:t>
            </a:r>
            <a:r>
              <a:rPr lang="en" sz="12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https://archive.ics.uci.edu/dataset/352/online+retail$0</a:t>
            </a:r>
            <a:endParaRPr sz="12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E3E3E3"/>
                </a:solidFill>
                <a:latin typeface="Arial"/>
                <a:ea typeface="Arial"/>
                <a:cs typeface="Arial"/>
                <a:sym typeface="Arial"/>
              </a:rPr>
              <a:t>Online Retail Donated on 11/5/2015</a:t>
            </a:r>
            <a:endParaRPr sz="1200">
              <a:solidFill>
                <a:srgbClr val="E3E3E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E3E3E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658" name="Google Shape;658;p67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659" name="Google Shape;659;p67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Quarter Month</a:t>
            </a:r>
            <a:endParaRPr/>
          </a:p>
        </p:txBody>
      </p:sp>
      <p:sp>
        <p:nvSpPr>
          <p:cNvPr id="660" name="Google Shape;660;p67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ark Particles">
  <a:themeElements>
    <a:clrScheme name="Simple Light">
      <a:dk1>
        <a:srgbClr val="000000"/>
      </a:dk1>
      <a:lt1>
        <a:srgbClr val="FFFFFF"/>
      </a:lt1>
      <a:dk2>
        <a:srgbClr val="F5F5F5"/>
      </a:dk2>
      <a:lt2>
        <a:srgbClr val="323232"/>
      </a:lt2>
      <a:accent1>
        <a:srgbClr val="434343"/>
      </a:accent1>
      <a:accent2>
        <a:srgbClr val="252525"/>
      </a:accent2>
      <a:accent3>
        <a:srgbClr val="DEFF9A"/>
      </a:accent3>
      <a:accent4>
        <a:srgbClr val="DAFFDE"/>
      </a:accent4>
      <a:accent5>
        <a:srgbClr val="4CDC8B"/>
      </a:accent5>
      <a:accent6>
        <a:srgbClr val="4C7FDC"/>
      </a:accent6>
      <a:hlink>
        <a:srgbClr val="18181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